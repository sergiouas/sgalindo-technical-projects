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8" r:id="rId11"/>
    <p:sldId id="264" r:id="rId12"/>
    <p:sldId id="265" r:id="rId13"/>
    <p:sldId id="269" r:id="rId14"/>
    <p:sldId id="266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  <p:embeddedFont>
      <p:font typeface="Montserrat ExtraBold" panose="00000900000000000000" pitchFamily="2" charset="0"/>
      <p:bold r:id="rId27"/>
      <p:boldItalic r:id="rId28"/>
    </p:embeddedFont>
    <p:embeddedFont>
      <p:font typeface="Montserrat Medium" panose="00000600000000000000" pitchFamily="2" charset="0"/>
      <p:regular r:id="rId29"/>
      <p:bold r:id="rId30"/>
      <p:italic r:id="rId31"/>
      <p:boldItalic r:id="rId32"/>
    </p:embeddedFont>
    <p:embeddedFont>
      <p:font typeface="Roboto Condensed Light" panose="02000000000000000000" pitchFamily="2" charset="0"/>
      <p:regular r:id="rId33"/>
      <p:bold r:id="rId34"/>
      <p:italic r:id="rId35"/>
      <p:boldItalic r:id="rId36"/>
    </p:embeddedFont>
    <p:embeddedFont>
      <p:font typeface="Staatliches" pitchFamily="2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viewProps" Target="view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cfcef7f9bd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cfcef7f9bd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05f6cd14c6_0_3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05f6cd14c6_0_3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03e95d87e6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03e95d87e6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10830a883b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0830a883b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03f25f02dd_0_4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03f25f02dd_0_47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103f25f02dd_0_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103f25f02dd_0_4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103f25f02dd_0_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103f25f02dd_0_4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470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03f25f02dd_0_4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03f25f02dd_0_4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cfcef7f9bd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cfcef7f9bd_1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cfcef7f9bd_1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cfcef7f9bd_1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720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103f25f02dd_0_4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103f25f02dd_0_4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03f25f02dd_0_4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103f25f02dd_0_4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03f25f02dd_0_4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103f25f02dd_0_4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306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03f25f02dd_0_4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03f25f02dd_0_4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191919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5651" y="1798125"/>
            <a:ext cx="10744262" cy="799553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9754832" flipH="1">
            <a:off x="-565966" y="-3083460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820401" y="4434249"/>
            <a:ext cx="1608509" cy="174242"/>
            <a:chOff x="7696550" y="850149"/>
            <a:chExt cx="1671873" cy="181125"/>
          </a:xfrm>
        </p:grpSpPr>
        <p:sp>
          <p:nvSpPr>
            <p:cNvPr id="12" name="Google Shape;12;p2"/>
            <p:cNvSpPr/>
            <p:nvPr/>
          </p:nvSpPr>
          <p:spPr>
            <a:xfrm>
              <a:off x="769655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811023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2528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3975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54227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6848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59" y="1"/>
                  </a:moveTo>
                  <a:cubicBezTo>
                    <a:pt x="53" y="1"/>
                    <a:pt x="1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82741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497215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611472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25729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0" y="229"/>
                    <a:pt x="131" y="240"/>
                    <a:pt x="160" y="240"/>
                  </a:cubicBezTo>
                  <a:cubicBezTo>
                    <a:pt x="222" y="240"/>
                    <a:pt x="280" y="192"/>
                    <a:pt x="280" y="120"/>
                  </a:cubicBezTo>
                  <a:cubicBezTo>
                    <a:pt x="280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840418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954459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049924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164181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278655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92912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507169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621642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736116" y="979338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850373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964846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079103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193360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9307617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715095" y="425559"/>
            <a:ext cx="442959" cy="147424"/>
            <a:chOff x="7749438" y="2914107"/>
            <a:chExt cx="268818" cy="89462"/>
          </a:xfrm>
        </p:grpSpPr>
        <p:sp>
          <p:nvSpPr>
            <p:cNvPr id="37" name="Google Shape;37;p2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3825100" y="1271600"/>
            <a:ext cx="4603800" cy="18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4055875" y="3306200"/>
            <a:ext cx="3939600" cy="3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43" name="Google Shape;43;p2"/>
          <p:cNvGrpSpPr/>
          <p:nvPr/>
        </p:nvGrpSpPr>
        <p:grpSpPr>
          <a:xfrm>
            <a:off x="450425" y="4608500"/>
            <a:ext cx="264675" cy="222000"/>
            <a:chOff x="1858425" y="4612725"/>
            <a:chExt cx="264675" cy="222000"/>
          </a:xfrm>
        </p:grpSpPr>
        <p:cxnSp>
          <p:nvCxnSpPr>
            <p:cNvPr id="44" name="Google Shape;44;p2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2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2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2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_2_1_1">
    <p:bg>
      <p:bgPr>
        <a:solidFill>
          <a:srgbClr val="191919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 rot="9896308" flipH="1">
            <a:off x="-738006" y="-3076956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 rot="9896308" flipH="1">
            <a:off x="-1116708" y="-3469022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 rot="2573094">
            <a:off x="-3304311" y="2346744"/>
            <a:ext cx="8358612" cy="5717632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52" name="Google Shape;52;p3"/>
          <p:cNvSpPr/>
          <p:nvPr/>
        </p:nvSpPr>
        <p:spPr>
          <a:xfrm rot="2573094">
            <a:off x="-3339722" y="2658923"/>
            <a:ext cx="8358612" cy="5717632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53" name="Google Shape;53;p3"/>
          <p:cNvSpPr txBox="1">
            <a:spLocks noGrp="1"/>
          </p:cNvSpPr>
          <p:nvPr>
            <p:ph type="subTitle" idx="1"/>
          </p:nvPr>
        </p:nvSpPr>
        <p:spPr>
          <a:xfrm flipH="1">
            <a:off x="715100" y="3915725"/>
            <a:ext cx="37677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ctrTitle"/>
          </p:nvPr>
        </p:nvSpPr>
        <p:spPr>
          <a:xfrm flipH="1">
            <a:off x="927525" y="2591136"/>
            <a:ext cx="33429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2" hasCustomPrompt="1"/>
          </p:nvPr>
        </p:nvSpPr>
        <p:spPr>
          <a:xfrm>
            <a:off x="1713061" y="1831600"/>
            <a:ext cx="17103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56" name="Google Shape;56;p3"/>
          <p:cNvGrpSpPr/>
          <p:nvPr/>
        </p:nvGrpSpPr>
        <p:grpSpPr>
          <a:xfrm rot="-10390200">
            <a:off x="659748" y="1591113"/>
            <a:ext cx="382628" cy="285530"/>
            <a:chOff x="8730655" y="2307484"/>
            <a:chExt cx="275279" cy="205420"/>
          </a:xfrm>
        </p:grpSpPr>
        <p:sp>
          <p:nvSpPr>
            <p:cNvPr id="57" name="Google Shape;57;p3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3"/>
          <p:cNvGrpSpPr/>
          <p:nvPr/>
        </p:nvGrpSpPr>
        <p:grpSpPr>
          <a:xfrm rot="5400000">
            <a:off x="8207432" y="4463684"/>
            <a:ext cx="442959" cy="147424"/>
            <a:chOff x="7749438" y="2914107"/>
            <a:chExt cx="268818" cy="89462"/>
          </a:xfrm>
        </p:grpSpPr>
        <p:sp>
          <p:nvSpPr>
            <p:cNvPr id="60" name="Google Shape;60;p3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191919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 rot="-179989" flipH="1">
            <a:off x="-1707682" y="2297515"/>
            <a:ext cx="12559355" cy="9346195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 rot="-9931862">
            <a:off x="-298487" y="-1894873"/>
            <a:ext cx="10896690" cy="3257173"/>
          </a:xfrm>
          <a:custGeom>
            <a:avLst/>
            <a:gdLst/>
            <a:ahLst/>
            <a:cxnLst/>
            <a:rect l="l" t="t" r="r" b="b"/>
            <a:pathLst>
              <a:path w="358119" h="118213" extrusionOk="0">
                <a:moveTo>
                  <a:pt x="1248" y="116063"/>
                </a:moveTo>
                <a:cubicBezTo>
                  <a:pt x="-7007" y="108253"/>
                  <a:pt x="27410" y="64882"/>
                  <a:pt x="53826" y="60437"/>
                </a:cubicBezTo>
                <a:cubicBezTo>
                  <a:pt x="80242" y="55992"/>
                  <a:pt x="126978" y="91679"/>
                  <a:pt x="159744" y="89393"/>
                </a:cubicBezTo>
                <a:cubicBezTo>
                  <a:pt x="192510" y="87107"/>
                  <a:pt x="225276" y="59993"/>
                  <a:pt x="250422" y="46721"/>
                </a:cubicBezTo>
                <a:cubicBezTo>
                  <a:pt x="275568" y="33450"/>
                  <a:pt x="296396" y="17511"/>
                  <a:pt x="310620" y="9764"/>
                </a:cubicBezTo>
                <a:cubicBezTo>
                  <a:pt x="324844" y="2017"/>
                  <a:pt x="330178" y="-904"/>
                  <a:pt x="335766" y="239"/>
                </a:cubicBezTo>
                <a:cubicBezTo>
                  <a:pt x="341354" y="1382"/>
                  <a:pt x="342624" y="-1221"/>
                  <a:pt x="344148" y="16622"/>
                </a:cubicBezTo>
                <a:cubicBezTo>
                  <a:pt x="345672" y="34466"/>
                  <a:pt x="374311" y="91362"/>
                  <a:pt x="344910" y="107300"/>
                </a:cubicBezTo>
                <a:cubicBezTo>
                  <a:pt x="315510" y="123239"/>
                  <a:pt x="208004" y="112253"/>
                  <a:pt x="167745" y="112253"/>
                </a:cubicBezTo>
                <a:cubicBezTo>
                  <a:pt x="127486" y="112253"/>
                  <a:pt x="131106" y="106665"/>
                  <a:pt x="103356" y="107300"/>
                </a:cubicBezTo>
                <a:cubicBezTo>
                  <a:pt x="75607" y="107935"/>
                  <a:pt x="9503" y="123874"/>
                  <a:pt x="1248" y="116063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67" name="Google Shape;67;p4"/>
          <p:cNvSpPr/>
          <p:nvPr/>
        </p:nvSpPr>
        <p:spPr>
          <a:xfrm rot="10800000">
            <a:off x="7958955" y="-1104083"/>
            <a:ext cx="62" cy="6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 rot="10800000">
            <a:off x="7956650" y="-1106451"/>
            <a:ext cx="2367" cy="2430"/>
          </a:xfrm>
          <a:custGeom>
            <a:avLst/>
            <a:gdLst/>
            <a:ahLst/>
            <a:cxnLst/>
            <a:rect l="l" t="t" r="r" b="b"/>
            <a:pathLst>
              <a:path w="38" h="39" extrusionOk="0">
                <a:moveTo>
                  <a:pt x="38" y="38"/>
                </a:moveTo>
                <a:lnTo>
                  <a:pt x="38" y="38"/>
                </a:lnTo>
                <a:lnTo>
                  <a:pt x="0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 rot="10800000">
            <a:off x="7943069" y="-1106451"/>
            <a:ext cx="15949" cy="15949"/>
          </a:xfrm>
          <a:custGeom>
            <a:avLst/>
            <a:gdLst/>
            <a:ahLst/>
            <a:cxnLst/>
            <a:rect l="l" t="t" r="r" b="b"/>
            <a:pathLst>
              <a:path w="256" h="256" extrusionOk="0">
                <a:moveTo>
                  <a:pt x="218" y="1"/>
                </a:moveTo>
                <a:lnTo>
                  <a:pt x="0" y="218"/>
                </a:lnTo>
                <a:lnTo>
                  <a:pt x="38" y="255"/>
                </a:lnTo>
                <a:lnTo>
                  <a:pt x="255" y="38"/>
                </a:lnTo>
                <a:lnTo>
                  <a:pt x="218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 rot="10800000">
            <a:off x="7958955" y="-1104083"/>
            <a:ext cx="2367" cy="2430"/>
          </a:xfrm>
          <a:custGeom>
            <a:avLst/>
            <a:gdLst/>
            <a:ahLst/>
            <a:cxnLst/>
            <a:rect l="l" t="t" r="r" b="b"/>
            <a:pathLst>
              <a:path w="38" h="39" extrusionOk="0">
                <a:moveTo>
                  <a:pt x="0" y="0"/>
                </a:moveTo>
                <a:lnTo>
                  <a:pt x="0" y="0"/>
                </a:lnTo>
                <a:lnTo>
                  <a:pt x="37" y="3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 rot="10800000">
            <a:off x="9301884" y="-1106451"/>
            <a:ext cx="2430" cy="2430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1" y="1"/>
                </a:moveTo>
                <a:lnTo>
                  <a:pt x="38" y="3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 rot="10800000">
            <a:off x="9288365" y="-1106451"/>
            <a:ext cx="15949" cy="15949"/>
          </a:xfrm>
          <a:custGeom>
            <a:avLst/>
            <a:gdLst/>
            <a:ahLst/>
            <a:cxnLst/>
            <a:rect l="l" t="t" r="r" b="b"/>
            <a:pathLst>
              <a:path w="256" h="256" extrusionOk="0">
                <a:moveTo>
                  <a:pt x="218" y="1"/>
                </a:moveTo>
                <a:lnTo>
                  <a:pt x="1" y="218"/>
                </a:lnTo>
                <a:lnTo>
                  <a:pt x="38" y="255"/>
                </a:lnTo>
                <a:lnTo>
                  <a:pt x="255" y="38"/>
                </a:lnTo>
                <a:lnTo>
                  <a:pt x="218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 rot="10800000">
            <a:off x="9304252" y="-1104083"/>
            <a:ext cx="2367" cy="2430"/>
          </a:xfrm>
          <a:custGeom>
            <a:avLst/>
            <a:gdLst/>
            <a:ahLst/>
            <a:cxnLst/>
            <a:rect l="l" t="t" r="r" b="b"/>
            <a:pathLst>
              <a:path w="38" h="39" extrusionOk="0">
                <a:moveTo>
                  <a:pt x="0" y="0"/>
                </a:moveTo>
                <a:lnTo>
                  <a:pt x="38" y="3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 rot="10800000">
            <a:off x="9290670" y="-1104083"/>
            <a:ext cx="15949" cy="15886"/>
          </a:xfrm>
          <a:custGeom>
            <a:avLst/>
            <a:gdLst/>
            <a:ahLst/>
            <a:cxnLst/>
            <a:rect l="l" t="t" r="r" b="b"/>
            <a:pathLst>
              <a:path w="256" h="255" extrusionOk="0">
                <a:moveTo>
                  <a:pt x="217" y="0"/>
                </a:moveTo>
                <a:lnTo>
                  <a:pt x="0" y="216"/>
                </a:lnTo>
                <a:lnTo>
                  <a:pt x="38" y="255"/>
                </a:lnTo>
                <a:lnTo>
                  <a:pt x="255" y="38"/>
                </a:lnTo>
                <a:lnTo>
                  <a:pt x="217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 txBox="1">
            <a:spLocks noGrp="1"/>
          </p:cNvSpPr>
          <p:nvPr>
            <p:ph type="title"/>
          </p:nvPr>
        </p:nvSpPr>
        <p:spPr>
          <a:xfrm>
            <a:off x="720000" y="399900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055100" cy="332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0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77" name="Google Shape;77;p4"/>
          <p:cNvGrpSpPr/>
          <p:nvPr/>
        </p:nvGrpSpPr>
        <p:grpSpPr>
          <a:xfrm>
            <a:off x="8132795" y="4329659"/>
            <a:ext cx="442959" cy="147424"/>
            <a:chOff x="7749438" y="2914107"/>
            <a:chExt cx="268818" cy="89462"/>
          </a:xfrm>
        </p:grpSpPr>
        <p:sp>
          <p:nvSpPr>
            <p:cNvPr id="78" name="Google Shape;78;p4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4"/>
          <p:cNvGrpSpPr/>
          <p:nvPr/>
        </p:nvGrpSpPr>
        <p:grpSpPr>
          <a:xfrm>
            <a:off x="1257790" y="4919746"/>
            <a:ext cx="2148655" cy="84630"/>
            <a:chOff x="1593183" y="4904561"/>
            <a:chExt cx="3994524" cy="157335"/>
          </a:xfrm>
        </p:grpSpPr>
        <p:sp>
          <p:nvSpPr>
            <p:cNvPr id="83" name="Google Shape;83;p4"/>
            <p:cNvSpPr/>
            <p:nvPr/>
          </p:nvSpPr>
          <p:spPr>
            <a:xfrm>
              <a:off x="1593183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2137981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2682123" y="4904561"/>
              <a:ext cx="182908" cy="157335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225610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3769752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313894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858691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5403489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2_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ctrTitle"/>
          </p:nvPr>
        </p:nvSpPr>
        <p:spPr>
          <a:xfrm>
            <a:off x="5728748" y="2628993"/>
            <a:ext cx="1371600" cy="4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1"/>
          </p:nvPr>
        </p:nvSpPr>
        <p:spPr>
          <a:xfrm>
            <a:off x="5042950" y="3011400"/>
            <a:ext cx="27432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title" idx="2"/>
          </p:nvPr>
        </p:nvSpPr>
        <p:spPr>
          <a:xfrm>
            <a:off x="715088" y="446894"/>
            <a:ext cx="73152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ctrTitle" idx="3"/>
          </p:nvPr>
        </p:nvSpPr>
        <p:spPr>
          <a:xfrm>
            <a:off x="2045693" y="2628993"/>
            <a:ext cx="1371600" cy="4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ubTitle" idx="4"/>
          </p:nvPr>
        </p:nvSpPr>
        <p:spPr>
          <a:xfrm>
            <a:off x="1359900" y="3007474"/>
            <a:ext cx="27432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7" name="Google Shape;97;p5"/>
          <p:cNvSpPr/>
          <p:nvPr/>
        </p:nvSpPr>
        <p:spPr>
          <a:xfrm rot="868138">
            <a:off x="-3156671" y="2341941"/>
            <a:ext cx="14404712" cy="4305838"/>
          </a:xfrm>
          <a:custGeom>
            <a:avLst/>
            <a:gdLst/>
            <a:ahLst/>
            <a:cxnLst/>
            <a:rect l="l" t="t" r="r" b="b"/>
            <a:pathLst>
              <a:path w="358119" h="118213" extrusionOk="0">
                <a:moveTo>
                  <a:pt x="1248" y="116063"/>
                </a:moveTo>
                <a:cubicBezTo>
                  <a:pt x="-7007" y="108253"/>
                  <a:pt x="27410" y="64882"/>
                  <a:pt x="53826" y="60437"/>
                </a:cubicBezTo>
                <a:cubicBezTo>
                  <a:pt x="80242" y="55992"/>
                  <a:pt x="126978" y="91679"/>
                  <a:pt x="159744" y="89393"/>
                </a:cubicBezTo>
                <a:cubicBezTo>
                  <a:pt x="192510" y="87107"/>
                  <a:pt x="225276" y="59993"/>
                  <a:pt x="250422" y="46721"/>
                </a:cubicBezTo>
                <a:cubicBezTo>
                  <a:pt x="275568" y="33450"/>
                  <a:pt x="296396" y="17511"/>
                  <a:pt x="310620" y="9764"/>
                </a:cubicBezTo>
                <a:cubicBezTo>
                  <a:pt x="324844" y="2017"/>
                  <a:pt x="330178" y="-904"/>
                  <a:pt x="335766" y="239"/>
                </a:cubicBezTo>
                <a:cubicBezTo>
                  <a:pt x="341354" y="1382"/>
                  <a:pt x="342624" y="-1221"/>
                  <a:pt x="344148" y="16622"/>
                </a:cubicBezTo>
                <a:cubicBezTo>
                  <a:pt x="345672" y="34466"/>
                  <a:pt x="374311" y="91362"/>
                  <a:pt x="344910" y="107300"/>
                </a:cubicBezTo>
                <a:cubicBezTo>
                  <a:pt x="315510" y="123239"/>
                  <a:pt x="208004" y="112253"/>
                  <a:pt x="167745" y="112253"/>
                </a:cubicBezTo>
                <a:cubicBezTo>
                  <a:pt x="127486" y="112253"/>
                  <a:pt x="131106" y="106665"/>
                  <a:pt x="103356" y="107300"/>
                </a:cubicBezTo>
                <a:cubicBezTo>
                  <a:pt x="75607" y="107935"/>
                  <a:pt x="9503" y="123874"/>
                  <a:pt x="1248" y="116063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grpSp>
        <p:nvGrpSpPr>
          <p:cNvPr id="98" name="Google Shape;98;p5"/>
          <p:cNvGrpSpPr/>
          <p:nvPr/>
        </p:nvGrpSpPr>
        <p:grpSpPr>
          <a:xfrm>
            <a:off x="4057195" y="4421159"/>
            <a:ext cx="442959" cy="147424"/>
            <a:chOff x="7749438" y="2914107"/>
            <a:chExt cx="268818" cy="89462"/>
          </a:xfrm>
        </p:grpSpPr>
        <p:sp>
          <p:nvSpPr>
            <p:cNvPr id="99" name="Google Shape;99;p5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5"/>
          <p:cNvGrpSpPr/>
          <p:nvPr/>
        </p:nvGrpSpPr>
        <p:grpSpPr>
          <a:xfrm>
            <a:off x="8644563" y="224900"/>
            <a:ext cx="264675" cy="222000"/>
            <a:chOff x="1858425" y="4612725"/>
            <a:chExt cx="264675" cy="222000"/>
          </a:xfrm>
        </p:grpSpPr>
        <p:cxnSp>
          <p:nvCxnSpPr>
            <p:cNvPr id="104" name="Google Shape;104;p5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5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5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5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91919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>
            <a:spLocks noGrp="1"/>
          </p:cNvSpPr>
          <p:nvPr>
            <p:ph type="title"/>
          </p:nvPr>
        </p:nvSpPr>
        <p:spPr>
          <a:xfrm>
            <a:off x="720000" y="397400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"/>
          <p:cNvSpPr/>
          <p:nvPr/>
        </p:nvSpPr>
        <p:spPr>
          <a:xfrm rot="1001129">
            <a:off x="-2581476" y="2249314"/>
            <a:ext cx="14095371" cy="762317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 rot="9798871" flipH="1">
            <a:off x="5929637" y="-5217361"/>
            <a:ext cx="14095371" cy="762317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" name="Google Shape;112;p6"/>
          <p:cNvGrpSpPr/>
          <p:nvPr/>
        </p:nvGrpSpPr>
        <p:grpSpPr>
          <a:xfrm rot="10390200" flipH="1">
            <a:off x="8350198" y="661563"/>
            <a:ext cx="382628" cy="285530"/>
            <a:chOff x="8730655" y="2307484"/>
            <a:chExt cx="275279" cy="205420"/>
          </a:xfrm>
        </p:grpSpPr>
        <p:sp>
          <p:nvSpPr>
            <p:cNvPr id="113" name="Google Shape;113;p6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6"/>
          <p:cNvGrpSpPr/>
          <p:nvPr/>
        </p:nvGrpSpPr>
        <p:grpSpPr>
          <a:xfrm rot="5400000">
            <a:off x="424807" y="3871359"/>
            <a:ext cx="442959" cy="147424"/>
            <a:chOff x="7749438" y="2914107"/>
            <a:chExt cx="268818" cy="89462"/>
          </a:xfrm>
        </p:grpSpPr>
        <p:sp>
          <p:nvSpPr>
            <p:cNvPr id="116" name="Google Shape;116;p6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1">
    <p:bg>
      <p:bgPr>
        <a:solidFill>
          <a:srgbClr val="191919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715100" y="1852650"/>
            <a:ext cx="40998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subTitle" idx="1"/>
          </p:nvPr>
        </p:nvSpPr>
        <p:spPr>
          <a:xfrm>
            <a:off x="715100" y="2551725"/>
            <a:ext cx="40998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7"/>
          <p:cNvSpPr/>
          <p:nvPr/>
        </p:nvSpPr>
        <p:spPr>
          <a:xfrm rot="-3327390" flipH="1">
            <a:off x="1735445" y="2035593"/>
            <a:ext cx="11729568" cy="8539300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 rot="-3327401" flipH="1">
            <a:off x="2308964" y="-1452835"/>
            <a:ext cx="14243270" cy="9420029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 rot="-4407602" flipH="1">
            <a:off x="4364186" y="958635"/>
            <a:ext cx="13573461" cy="928684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7"/>
          <p:cNvGrpSpPr/>
          <p:nvPr/>
        </p:nvGrpSpPr>
        <p:grpSpPr>
          <a:xfrm>
            <a:off x="715101" y="534999"/>
            <a:ext cx="1608509" cy="174242"/>
            <a:chOff x="7696550" y="850149"/>
            <a:chExt cx="1671873" cy="181125"/>
          </a:xfrm>
        </p:grpSpPr>
        <p:sp>
          <p:nvSpPr>
            <p:cNvPr id="127" name="Google Shape;127;p7"/>
            <p:cNvSpPr/>
            <p:nvPr/>
          </p:nvSpPr>
          <p:spPr>
            <a:xfrm>
              <a:off x="769655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7811023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792528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803975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8154227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826848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59" y="1"/>
                  </a:moveTo>
                  <a:cubicBezTo>
                    <a:pt x="53" y="1"/>
                    <a:pt x="1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8382741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8497215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8611472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8725729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0" y="229"/>
                    <a:pt x="131" y="240"/>
                    <a:pt x="160" y="240"/>
                  </a:cubicBezTo>
                  <a:cubicBezTo>
                    <a:pt x="222" y="240"/>
                    <a:pt x="280" y="192"/>
                    <a:pt x="280" y="120"/>
                  </a:cubicBezTo>
                  <a:cubicBezTo>
                    <a:pt x="280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8840418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8954459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8049924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8164181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8278655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8392912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8507169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8621642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8736116" y="979338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8850373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8964846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9079103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9193360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9307617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7"/>
          <p:cNvGrpSpPr/>
          <p:nvPr/>
        </p:nvGrpSpPr>
        <p:grpSpPr>
          <a:xfrm>
            <a:off x="450425" y="4608500"/>
            <a:ext cx="264675" cy="222000"/>
            <a:chOff x="1858425" y="4612725"/>
            <a:chExt cx="264675" cy="222000"/>
          </a:xfrm>
        </p:grpSpPr>
        <p:cxnSp>
          <p:nvCxnSpPr>
            <p:cNvPr id="152" name="Google Shape;152;p7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bg>
      <p:bgPr>
        <a:solidFill>
          <a:schemeClr val="dk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ctrTitle"/>
          </p:nvPr>
        </p:nvSpPr>
        <p:spPr>
          <a:xfrm>
            <a:off x="3716075" y="1041100"/>
            <a:ext cx="4685400" cy="18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8" name="Google Shape;158;p8"/>
          <p:cNvSpPr/>
          <p:nvPr/>
        </p:nvSpPr>
        <p:spPr>
          <a:xfrm rot="1800031">
            <a:off x="-3866664" y="-197974"/>
            <a:ext cx="12559382" cy="9346253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 rot="1800031">
            <a:off x="-3783814" y="487776"/>
            <a:ext cx="12559382" cy="9346253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" name="Google Shape;160;p8"/>
          <p:cNvGrpSpPr/>
          <p:nvPr/>
        </p:nvGrpSpPr>
        <p:grpSpPr>
          <a:xfrm rot="409800">
            <a:off x="5131123" y="3817363"/>
            <a:ext cx="382628" cy="285530"/>
            <a:chOff x="8730655" y="2307484"/>
            <a:chExt cx="275279" cy="205420"/>
          </a:xfrm>
        </p:grpSpPr>
        <p:sp>
          <p:nvSpPr>
            <p:cNvPr id="161" name="Google Shape;161;p8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8"/>
          <p:cNvGrpSpPr/>
          <p:nvPr/>
        </p:nvGrpSpPr>
        <p:grpSpPr>
          <a:xfrm rot="5400000">
            <a:off x="2795082" y="892484"/>
            <a:ext cx="442959" cy="147424"/>
            <a:chOff x="7749438" y="2914107"/>
            <a:chExt cx="268818" cy="89462"/>
          </a:xfrm>
        </p:grpSpPr>
        <p:sp>
          <p:nvSpPr>
            <p:cNvPr id="164" name="Google Shape;164;p8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191919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3766825" y="2000100"/>
            <a:ext cx="4017000" cy="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subTitle" idx="1"/>
          </p:nvPr>
        </p:nvSpPr>
        <p:spPr>
          <a:xfrm>
            <a:off x="3643825" y="2630875"/>
            <a:ext cx="42630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9"/>
          <p:cNvSpPr/>
          <p:nvPr/>
        </p:nvSpPr>
        <p:spPr>
          <a:xfrm rot="1001129">
            <a:off x="-1343651" y="1715239"/>
            <a:ext cx="14095371" cy="762317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 rot="9798836" flipH="1">
            <a:off x="-1456282" y="-4057182"/>
            <a:ext cx="13846306" cy="792706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" name="Google Shape;173;p9"/>
          <p:cNvGrpSpPr/>
          <p:nvPr/>
        </p:nvGrpSpPr>
        <p:grpSpPr>
          <a:xfrm>
            <a:off x="6889570" y="4381659"/>
            <a:ext cx="442959" cy="147424"/>
            <a:chOff x="7749438" y="2914107"/>
            <a:chExt cx="268818" cy="89462"/>
          </a:xfrm>
        </p:grpSpPr>
        <p:sp>
          <p:nvSpPr>
            <p:cNvPr id="174" name="Google Shape;174;p9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9"/>
          <p:cNvGrpSpPr/>
          <p:nvPr/>
        </p:nvGrpSpPr>
        <p:grpSpPr>
          <a:xfrm>
            <a:off x="450413" y="1702350"/>
            <a:ext cx="264675" cy="222000"/>
            <a:chOff x="1858425" y="4612725"/>
            <a:chExt cx="264675" cy="222000"/>
          </a:xfrm>
        </p:grpSpPr>
        <p:cxnSp>
          <p:nvCxnSpPr>
            <p:cNvPr id="179" name="Google Shape;179;p9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9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9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9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bg>
      <p:bgPr>
        <a:solidFill>
          <a:srgbClr val="191919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>
            <a:spLocks noGrp="1"/>
          </p:cNvSpPr>
          <p:nvPr>
            <p:ph type="title"/>
          </p:nvPr>
        </p:nvSpPr>
        <p:spPr>
          <a:xfrm>
            <a:off x="4664025" y="2118275"/>
            <a:ext cx="3765000" cy="203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_AND_BODY_1_1_1_1">
    <p:bg>
      <p:bgPr>
        <a:solidFill>
          <a:schemeClr val="dk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>
            <a:spLocks noGrp="1"/>
          </p:cNvSpPr>
          <p:nvPr>
            <p:ph type="title"/>
          </p:nvPr>
        </p:nvSpPr>
        <p:spPr>
          <a:xfrm>
            <a:off x="715100" y="447863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body" idx="1"/>
          </p:nvPr>
        </p:nvSpPr>
        <p:spPr>
          <a:xfrm>
            <a:off x="2085898" y="1709825"/>
            <a:ext cx="33375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11"/>
          <p:cNvSpPr/>
          <p:nvPr/>
        </p:nvSpPr>
        <p:spPr>
          <a:xfrm rot="-9754832">
            <a:off x="-2137041" y="-3710335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541400" y="437875"/>
            <a:ext cx="276000" cy="345500"/>
          </a:xfrm>
          <a:custGeom>
            <a:avLst/>
            <a:gdLst/>
            <a:ahLst/>
            <a:cxnLst/>
            <a:rect l="l" t="t" r="r" b="b"/>
            <a:pathLst>
              <a:path w="11040" h="13820" extrusionOk="0">
                <a:moveTo>
                  <a:pt x="547" y="1"/>
                </a:moveTo>
                <a:cubicBezTo>
                  <a:pt x="268" y="1"/>
                  <a:pt x="0" y="265"/>
                  <a:pt x="74" y="583"/>
                </a:cubicBezTo>
                <a:lnTo>
                  <a:pt x="2942" y="13492"/>
                </a:lnTo>
                <a:cubicBezTo>
                  <a:pt x="3015" y="13710"/>
                  <a:pt x="3207" y="13820"/>
                  <a:pt x="3393" y="13820"/>
                </a:cubicBezTo>
                <a:cubicBezTo>
                  <a:pt x="3549" y="13820"/>
                  <a:pt x="3700" y="13744"/>
                  <a:pt x="3776" y="13592"/>
                </a:cubicBezTo>
                <a:lnTo>
                  <a:pt x="5644" y="9656"/>
                </a:lnTo>
                <a:cubicBezTo>
                  <a:pt x="5744" y="9489"/>
                  <a:pt x="5911" y="9389"/>
                  <a:pt x="6078" y="9389"/>
                </a:cubicBezTo>
                <a:lnTo>
                  <a:pt x="10414" y="9623"/>
                </a:lnTo>
                <a:cubicBezTo>
                  <a:pt x="10427" y="9624"/>
                  <a:pt x="10440" y="9624"/>
                  <a:pt x="10453" y="9624"/>
                </a:cubicBezTo>
                <a:cubicBezTo>
                  <a:pt x="10860" y="9624"/>
                  <a:pt x="11039" y="9114"/>
                  <a:pt x="10748" y="8855"/>
                </a:cubicBezTo>
                <a:lnTo>
                  <a:pt x="841" y="116"/>
                </a:lnTo>
                <a:cubicBezTo>
                  <a:pt x="752" y="36"/>
                  <a:pt x="649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90" name="Google Shape;190;p11"/>
          <p:cNvGrpSpPr/>
          <p:nvPr/>
        </p:nvGrpSpPr>
        <p:grpSpPr>
          <a:xfrm>
            <a:off x="450425" y="4608500"/>
            <a:ext cx="264675" cy="222000"/>
            <a:chOff x="1858425" y="4612725"/>
            <a:chExt cx="264675" cy="222000"/>
          </a:xfrm>
        </p:grpSpPr>
        <p:cxnSp>
          <p:nvCxnSpPr>
            <p:cNvPr id="191" name="Google Shape;191;p11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11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11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11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_1">
    <p:bg>
      <p:bgPr>
        <a:solidFill>
          <a:schemeClr val="dk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>
            <a:spLocks noGrp="1"/>
          </p:cNvSpPr>
          <p:nvPr>
            <p:ph type="title" hasCustomPrompt="1"/>
          </p:nvPr>
        </p:nvSpPr>
        <p:spPr>
          <a:xfrm>
            <a:off x="1390250" y="2273800"/>
            <a:ext cx="6389700" cy="972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12"/>
          <p:cNvSpPr txBox="1">
            <a:spLocks noGrp="1"/>
          </p:cNvSpPr>
          <p:nvPr>
            <p:ph type="body" idx="1"/>
          </p:nvPr>
        </p:nvSpPr>
        <p:spPr>
          <a:xfrm>
            <a:off x="2216025" y="3605125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2"/>
          <p:cNvSpPr/>
          <p:nvPr/>
        </p:nvSpPr>
        <p:spPr>
          <a:xfrm rot="9798871" flipH="1">
            <a:off x="-1267451" y="-3724861"/>
            <a:ext cx="14095371" cy="762317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"/>
          <p:cNvSpPr/>
          <p:nvPr/>
        </p:nvSpPr>
        <p:spPr>
          <a:xfrm rot="9798836" flipH="1">
            <a:off x="-1469982" y="-4562832"/>
            <a:ext cx="13846306" cy="792706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0" name="Google Shape;200;p12"/>
          <p:cNvGrpSpPr/>
          <p:nvPr/>
        </p:nvGrpSpPr>
        <p:grpSpPr>
          <a:xfrm>
            <a:off x="652226" y="4608499"/>
            <a:ext cx="1608509" cy="174242"/>
            <a:chOff x="7696550" y="850149"/>
            <a:chExt cx="1671873" cy="181125"/>
          </a:xfrm>
        </p:grpSpPr>
        <p:sp>
          <p:nvSpPr>
            <p:cNvPr id="201" name="Google Shape;201;p12"/>
            <p:cNvSpPr/>
            <p:nvPr/>
          </p:nvSpPr>
          <p:spPr>
            <a:xfrm>
              <a:off x="769655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7811023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792528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03975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8154227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826848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59" y="1"/>
                  </a:moveTo>
                  <a:cubicBezTo>
                    <a:pt x="53" y="1"/>
                    <a:pt x="1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382741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8497215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8611472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8725729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0" y="229"/>
                    <a:pt x="131" y="240"/>
                    <a:pt x="160" y="240"/>
                  </a:cubicBezTo>
                  <a:cubicBezTo>
                    <a:pt x="222" y="240"/>
                    <a:pt x="280" y="192"/>
                    <a:pt x="280" y="120"/>
                  </a:cubicBezTo>
                  <a:cubicBezTo>
                    <a:pt x="280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8840418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8954459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8049924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8164181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8278655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8392912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8507169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8621642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2"/>
            <p:cNvSpPr/>
            <p:nvPr/>
          </p:nvSpPr>
          <p:spPr>
            <a:xfrm>
              <a:off x="8736116" y="979338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2"/>
            <p:cNvSpPr/>
            <p:nvPr/>
          </p:nvSpPr>
          <p:spPr>
            <a:xfrm>
              <a:off x="8850373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8964846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9079103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9193360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9307617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12"/>
          <p:cNvGrpSpPr/>
          <p:nvPr/>
        </p:nvGrpSpPr>
        <p:grpSpPr>
          <a:xfrm flipH="1">
            <a:off x="6221176" y="1600099"/>
            <a:ext cx="1608509" cy="174242"/>
            <a:chOff x="7696550" y="850149"/>
            <a:chExt cx="1671873" cy="181125"/>
          </a:xfrm>
        </p:grpSpPr>
        <p:sp>
          <p:nvSpPr>
            <p:cNvPr id="226" name="Google Shape;226;p12"/>
            <p:cNvSpPr/>
            <p:nvPr/>
          </p:nvSpPr>
          <p:spPr>
            <a:xfrm>
              <a:off x="769655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7811023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792528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803975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8154227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826848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59" y="1"/>
                  </a:moveTo>
                  <a:cubicBezTo>
                    <a:pt x="53" y="1"/>
                    <a:pt x="1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>
              <a:off x="8382741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8497215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>
              <a:off x="8611472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8725729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0" y="229"/>
                    <a:pt x="131" y="240"/>
                    <a:pt x="160" y="240"/>
                  </a:cubicBezTo>
                  <a:cubicBezTo>
                    <a:pt x="222" y="240"/>
                    <a:pt x="280" y="192"/>
                    <a:pt x="280" y="120"/>
                  </a:cubicBezTo>
                  <a:cubicBezTo>
                    <a:pt x="280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8840418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8954459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8049924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8164181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8278655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8392912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8507169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8621642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8736116" y="979338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>
              <a:off x="8850373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8964846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9079103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9193360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9307617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Google Shape;250;p12"/>
          <p:cNvGrpSpPr/>
          <p:nvPr/>
        </p:nvGrpSpPr>
        <p:grpSpPr>
          <a:xfrm rot="5400000">
            <a:off x="8207432" y="4463684"/>
            <a:ext cx="442959" cy="147424"/>
            <a:chOff x="7749438" y="2914107"/>
            <a:chExt cx="268818" cy="89462"/>
          </a:xfrm>
        </p:grpSpPr>
        <p:sp>
          <p:nvSpPr>
            <p:cNvPr id="251" name="Google Shape;251;p12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1_2_1_1_3">
    <p:bg>
      <p:bgPr>
        <a:solidFill>
          <a:srgbClr val="191919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 txBox="1">
            <a:spLocks noGrp="1"/>
          </p:cNvSpPr>
          <p:nvPr>
            <p:ph type="subTitle" idx="1"/>
          </p:nvPr>
        </p:nvSpPr>
        <p:spPr>
          <a:xfrm flipH="1">
            <a:off x="4195600" y="3721850"/>
            <a:ext cx="37677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ctrTitle"/>
          </p:nvPr>
        </p:nvSpPr>
        <p:spPr>
          <a:xfrm flipH="1">
            <a:off x="4408025" y="2398661"/>
            <a:ext cx="33429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9" name="Google Shape;259;p14"/>
          <p:cNvSpPr txBox="1">
            <a:spLocks noGrp="1"/>
          </p:cNvSpPr>
          <p:nvPr>
            <p:ph type="title" idx="2" hasCustomPrompt="1"/>
          </p:nvPr>
        </p:nvSpPr>
        <p:spPr>
          <a:xfrm>
            <a:off x="5224336" y="1653725"/>
            <a:ext cx="17103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260" name="Google Shape;260;p14"/>
          <p:cNvSpPr/>
          <p:nvPr/>
        </p:nvSpPr>
        <p:spPr>
          <a:xfrm rot="9896308" flipH="1">
            <a:off x="-973668" y="-2814122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"/>
          <p:cNvSpPr/>
          <p:nvPr/>
        </p:nvSpPr>
        <p:spPr>
          <a:xfrm rot="1820357">
            <a:off x="-188012" y="1800218"/>
            <a:ext cx="9902804" cy="6328393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262" name="Google Shape;262;p14"/>
          <p:cNvSpPr/>
          <p:nvPr/>
        </p:nvSpPr>
        <p:spPr>
          <a:xfrm rot="1820357">
            <a:off x="-190436" y="2114393"/>
            <a:ext cx="9902804" cy="6328393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grpSp>
        <p:nvGrpSpPr>
          <p:cNvPr id="263" name="Google Shape;263;p14"/>
          <p:cNvGrpSpPr/>
          <p:nvPr/>
        </p:nvGrpSpPr>
        <p:grpSpPr>
          <a:xfrm rot="-10390200">
            <a:off x="8080598" y="2378663"/>
            <a:ext cx="382628" cy="285530"/>
            <a:chOff x="8730655" y="2307484"/>
            <a:chExt cx="275279" cy="205420"/>
          </a:xfrm>
        </p:grpSpPr>
        <p:sp>
          <p:nvSpPr>
            <p:cNvPr id="264" name="Google Shape;264;p14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450425" y="1913425"/>
            <a:ext cx="264675" cy="222000"/>
            <a:chOff x="1858425" y="4612725"/>
            <a:chExt cx="264675" cy="222000"/>
          </a:xfrm>
        </p:grpSpPr>
        <p:cxnSp>
          <p:nvCxnSpPr>
            <p:cNvPr id="267" name="Google Shape;267;p14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8" name="Google Shape;268;p14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9" name="Google Shape;269;p14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0" name="Google Shape;270;p14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1_2_1_1_1">
    <p:bg>
      <p:bgPr>
        <a:solidFill>
          <a:srgbClr val="191919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/>
          <p:nvPr/>
        </p:nvSpPr>
        <p:spPr>
          <a:xfrm rot="-9896308">
            <a:off x="-2102733" y="-3025456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"/>
          <p:cNvSpPr/>
          <p:nvPr/>
        </p:nvSpPr>
        <p:spPr>
          <a:xfrm rot="-9896308">
            <a:off x="-1724031" y="-3417522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5"/>
          <p:cNvSpPr/>
          <p:nvPr/>
        </p:nvSpPr>
        <p:spPr>
          <a:xfrm rot="-2054832" flipH="1">
            <a:off x="238711" y="1310042"/>
            <a:ext cx="10107722" cy="6762320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275" name="Google Shape;275;p15"/>
          <p:cNvSpPr/>
          <p:nvPr/>
        </p:nvSpPr>
        <p:spPr>
          <a:xfrm rot="-2054832" flipH="1">
            <a:off x="287021" y="1622221"/>
            <a:ext cx="10107722" cy="6762320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276" name="Google Shape;276;p15"/>
          <p:cNvSpPr txBox="1">
            <a:spLocks noGrp="1"/>
          </p:cNvSpPr>
          <p:nvPr>
            <p:ph type="subTitle" idx="1"/>
          </p:nvPr>
        </p:nvSpPr>
        <p:spPr>
          <a:xfrm flipH="1">
            <a:off x="715125" y="3442975"/>
            <a:ext cx="37677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7" name="Google Shape;277;p15"/>
          <p:cNvSpPr txBox="1">
            <a:spLocks noGrp="1"/>
          </p:cNvSpPr>
          <p:nvPr>
            <p:ph type="ctrTitle"/>
          </p:nvPr>
        </p:nvSpPr>
        <p:spPr>
          <a:xfrm flipH="1">
            <a:off x="927525" y="2128086"/>
            <a:ext cx="33429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8" name="Google Shape;278;p15"/>
          <p:cNvSpPr txBox="1">
            <a:spLocks noGrp="1"/>
          </p:cNvSpPr>
          <p:nvPr>
            <p:ph type="title" idx="2" hasCustomPrompt="1"/>
          </p:nvPr>
        </p:nvSpPr>
        <p:spPr>
          <a:xfrm>
            <a:off x="1713061" y="1375375"/>
            <a:ext cx="17103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279" name="Google Shape;279;p15"/>
          <p:cNvGrpSpPr/>
          <p:nvPr/>
        </p:nvGrpSpPr>
        <p:grpSpPr>
          <a:xfrm>
            <a:off x="4671195" y="1406634"/>
            <a:ext cx="442959" cy="147424"/>
            <a:chOff x="7749438" y="2914107"/>
            <a:chExt cx="268818" cy="89462"/>
          </a:xfrm>
        </p:grpSpPr>
        <p:sp>
          <p:nvSpPr>
            <p:cNvPr id="280" name="Google Shape;280;p15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" name="Google Shape;284;p15"/>
          <p:cNvGrpSpPr/>
          <p:nvPr/>
        </p:nvGrpSpPr>
        <p:grpSpPr>
          <a:xfrm>
            <a:off x="8164225" y="1554050"/>
            <a:ext cx="264675" cy="222000"/>
            <a:chOff x="1858425" y="4612725"/>
            <a:chExt cx="264675" cy="222000"/>
          </a:xfrm>
        </p:grpSpPr>
        <p:cxnSp>
          <p:nvCxnSpPr>
            <p:cNvPr id="285" name="Google Shape;285;p15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15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15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15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BLANK_1_2_1_1_2">
    <p:bg>
      <p:bgPr>
        <a:solidFill>
          <a:srgbClr val="191919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 rot="-903692" flipH="1">
            <a:off x="-2259708" y="2435761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6"/>
          <p:cNvSpPr/>
          <p:nvPr/>
        </p:nvSpPr>
        <p:spPr>
          <a:xfrm rot="-903692" flipH="1">
            <a:off x="-1881006" y="2827827"/>
            <a:ext cx="11932163" cy="6058885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6"/>
          <p:cNvSpPr/>
          <p:nvPr/>
        </p:nvSpPr>
        <p:spPr>
          <a:xfrm rot="8946134" flipH="1">
            <a:off x="-1289549" y="-3224604"/>
            <a:ext cx="11077274" cy="7349334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293" name="Google Shape;293;p16"/>
          <p:cNvSpPr/>
          <p:nvPr/>
        </p:nvSpPr>
        <p:spPr>
          <a:xfrm rot="8946134" flipH="1">
            <a:off x="-1344503" y="-3536783"/>
            <a:ext cx="11077274" cy="7349334"/>
          </a:xfrm>
          <a:custGeom>
            <a:avLst/>
            <a:gdLst/>
            <a:ahLst/>
            <a:cxnLst/>
            <a:rect l="l" t="t" r="r" b="b"/>
            <a:pathLst>
              <a:path w="334309" h="228681" extrusionOk="0">
                <a:moveTo>
                  <a:pt x="334156" y="14820"/>
                </a:moveTo>
                <a:cubicBezTo>
                  <a:pt x="337625" y="5289"/>
                  <a:pt x="281271" y="-7695"/>
                  <a:pt x="258147" y="5825"/>
                </a:cubicBezTo>
                <a:cubicBezTo>
                  <a:pt x="235023" y="19345"/>
                  <a:pt x="220970" y="78400"/>
                  <a:pt x="195411" y="95938"/>
                </a:cubicBezTo>
                <a:cubicBezTo>
                  <a:pt x="169852" y="113477"/>
                  <a:pt x="132599" y="105125"/>
                  <a:pt x="104792" y="111056"/>
                </a:cubicBezTo>
                <a:cubicBezTo>
                  <a:pt x="76985" y="116987"/>
                  <a:pt x="45507" y="126646"/>
                  <a:pt x="28569" y="131525"/>
                </a:cubicBezTo>
                <a:cubicBezTo>
                  <a:pt x="11631" y="136404"/>
                  <a:pt x="6720" y="135873"/>
                  <a:pt x="3164" y="140332"/>
                </a:cubicBezTo>
                <a:cubicBezTo>
                  <a:pt x="-392" y="144791"/>
                  <a:pt x="-3036" y="143607"/>
                  <a:pt x="7231" y="158279"/>
                </a:cubicBezTo>
                <a:cubicBezTo>
                  <a:pt x="17498" y="172951"/>
                  <a:pt x="31876" y="233575"/>
                  <a:pt x="64766" y="228365"/>
                </a:cubicBezTo>
                <a:cubicBezTo>
                  <a:pt x="97656" y="223155"/>
                  <a:pt x="175808" y="154576"/>
                  <a:pt x="204569" y="127017"/>
                </a:cubicBezTo>
                <a:cubicBezTo>
                  <a:pt x="233331" y="99458"/>
                  <a:pt x="215737" y="81709"/>
                  <a:pt x="237335" y="63009"/>
                </a:cubicBezTo>
                <a:cubicBezTo>
                  <a:pt x="258933" y="44310"/>
                  <a:pt x="330687" y="24351"/>
                  <a:pt x="334156" y="1482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</p:sp>
      <p:sp>
        <p:nvSpPr>
          <p:cNvPr id="294" name="Google Shape;294;p16"/>
          <p:cNvSpPr txBox="1">
            <a:spLocks noGrp="1"/>
          </p:cNvSpPr>
          <p:nvPr>
            <p:ph type="subTitle" idx="1"/>
          </p:nvPr>
        </p:nvSpPr>
        <p:spPr>
          <a:xfrm flipH="1">
            <a:off x="4151450" y="3247450"/>
            <a:ext cx="37677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5" name="Google Shape;295;p16"/>
          <p:cNvSpPr txBox="1">
            <a:spLocks noGrp="1"/>
          </p:cNvSpPr>
          <p:nvPr>
            <p:ph type="ctrTitle"/>
          </p:nvPr>
        </p:nvSpPr>
        <p:spPr>
          <a:xfrm flipH="1">
            <a:off x="4363875" y="1925736"/>
            <a:ext cx="33429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title" idx="2" hasCustomPrompt="1"/>
          </p:nvPr>
        </p:nvSpPr>
        <p:spPr>
          <a:xfrm>
            <a:off x="5180161" y="1169075"/>
            <a:ext cx="17103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297" name="Google Shape;297;p16"/>
          <p:cNvGrpSpPr/>
          <p:nvPr/>
        </p:nvGrpSpPr>
        <p:grpSpPr>
          <a:xfrm rot="10390200" flipH="1">
            <a:off x="7722398" y="1134988"/>
            <a:ext cx="382628" cy="285530"/>
            <a:chOff x="8730655" y="2307484"/>
            <a:chExt cx="275279" cy="205420"/>
          </a:xfrm>
        </p:grpSpPr>
        <p:sp>
          <p:nvSpPr>
            <p:cNvPr id="298" name="Google Shape;298;p16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16"/>
          <p:cNvGrpSpPr/>
          <p:nvPr/>
        </p:nvGrpSpPr>
        <p:grpSpPr>
          <a:xfrm rot="5400000">
            <a:off x="175557" y="2960659"/>
            <a:ext cx="442959" cy="147424"/>
            <a:chOff x="7749438" y="2914107"/>
            <a:chExt cx="268818" cy="89462"/>
          </a:xfrm>
        </p:grpSpPr>
        <p:sp>
          <p:nvSpPr>
            <p:cNvPr id="301" name="Google Shape;301;p16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2_2">
    <p:bg>
      <p:bgPr>
        <a:solidFill>
          <a:srgbClr val="191919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/>
          <p:nvPr/>
        </p:nvSpPr>
        <p:spPr>
          <a:xfrm rot="1001129">
            <a:off x="-1120601" y="1396587"/>
            <a:ext cx="14095371" cy="762317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7"/>
          <p:cNvSpPr/>
          <p:nvPr/>
        </p:nvSpPr>
        <p:spPr>
          <a:xfrm rot="1001164">
            <a:off x="-1323132" y="1930671"/>
            <a:ext cx="13846306" cy="792706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/>
          </p:nvPr>
        </p:nvSpPr>
        <p:spPr>
          <a:xfrm>
            <a:off x="715100" y="447485"/>
            <a:ext cx="73152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title" idx="2" hasCustomPrompt="1"/>
          </p:nvPr>
        </p:nvSpPr>
        <p:spPr>
          <a:xfrm>
            <a:off x="2951038" y="1688367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310" name="Google Shape;310;p17"/>
          <p:cNvSpPr txBox="1">
            <a:spLocks noGrp="1"/>
          </p:cNvSpPr>
          <p:nvPr>
            <p:ph type="title" idx="3" hasCustomPrompt="1"/>
          </p:nvPr>
        </p:nvSpPr>
        <p:spPr>
          <a:xfrm>
            <a:off x="1327477" y="1300550"/>
            <a:ext cx="8817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311" name="Google Shape;311;p17"/>
          <p:cNvSpPr txBox="1">
            <a:spLocks noGrp="1"/>
          </p:cNvSpPr>
          <p:nvPr>
            <p:ph type="title" idx="4" hasCustomPrompt="1"/>
          </p:nvPr>
        </p:nvSpPr>
        <p:spPr>
          <a:xfrm>
            <a:off x="6634179" y="2460977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312" name="Google Shape;312;p17"/>
          <p:cNvSpPr txBox="1">
            <a:spLocks noGrp="1"/>
          </p:cNvSpPr>
          <p:nvPr>
            <p:ph type="title" idx="5" hasCustomPrompt="1"/>
          </p:nvPr>
        </p:nvSpPr>
        <p:spPr>
          <a:xfrm>
            <a:off x="4792621" y="2068600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313" name="Google Shape;313;p17"/>
          <p:cNvSpPr txBox="1">
            <a:spLocks noGrp="1"/>
          </p:cNvSpPr>
          <p:nvPr>
            <p:ph type="subTitle" idx="1"/>
          </p:nvPr>
        </p:nvSpPr>
        <p:spPr>
          <a:xfrm>
            <a:off x="972455" y="1989050"/>
            <a:ext cx="1645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14" name="Google Shape;314;p17"/>
          <p:cNvSpPr txBox="1">
            <a:spLocks noGrp="1"/>
          </p:cNvSpPr>
          <p:nvPr>
            <p:ph type="subTitle" idx="6"/>
          </p:nvPr>
        </p:nvSpPr>
        <p:spPr>
          <a:xfrm>
            <a:off x="2813938" y="2384362"/>
            <a:ext cx="1645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subTitle" idx="7"/>
          </p:nvPr>
        </p:nvSpPr>
        <p:spPr>
          <a:xfrm>
            <a:off x="4655521" y="2770212"/>
            <a:ext cx="1645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16" name="Google Shape;316;p17"/>
          <p:cNvSpPr txBox="1">
            <a:spLocks noGrp="1"/>
          </p:cNvSpPr>
          <p:nvPr>
            <p:ph type="subTitle" idx="8"/>
          </p:nvPr>
        </p:nvSpPr>
        <p:spPr>
          <a:xfrm>
            <a:off x="6497079" y="3156475"/>
            <a:ext cx="1645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317" name="Google Shape;317;p17"/>
          <p:cNvSpPr txBox="1">
            <a:spLocks noGrp="1"/>
          </p:cNvSpPr>
          <p:nvPr>
            <p:ph type="subTitle" idx="9"/>
          </p:nvPr>
        </p:nvSpPr>
        <p:spPr>
          <a:xfrm>
            <a:off x="972455" y="2357857"/>
            <a:ext cx="16458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7"/>
          <p:cNvSpPr txBox="1">
            <a:spLocks noGrp="1"/>
          </p:cNvSpPr>
          <p:nvPr>
            <p:ph type="subTitle" idx="13"/>
          </p:nvPr>
        </p:nvSpPr>
        <p:spPr>
          <a:xfrm>
            <a:off x="2813963" y="2754670"/>
            <a:ext cx="16458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7"/>
          <p:cNvSpPr txBox="1">
            <a:spLocks noGrp="1"/>
          </p:cNvSpPr>
          <p:nvPr>
            <p:ph type="subTitle" idx="14"/>
          </p:nvPr>
        </p:nvSpPr>
        <p:spPr>
          <a:xfrm>
            <a:off x="4655521" y="3139045"/>
            <a:ext cx="16458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7"/>
          <p:cNvSpPr txBox="1">
            <a:spLocks noGrp="1"/>
          </p:cNvSpPr>
          <p:nvPr>
            <p:ph type="subTitle" idx="15"/>
          </p:nvPr>
        </p:nvSpPr>
        <p:spPr>
          <a:xfrm>
            <a:off x="6497079" y="3526757"/>
            <a:ext cx="16458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21" name="Google Shape;321;p17"/>
          <p:cNvGrpSpPr/>
          <p:nvPr/>
        </p:nvGrpSpPr>
        <p:grpSpPr>
          <a:xfrm rot="5400000">
            <a:off x="7691340" y="1363421"/>
            <a:ext cx="2148655" cy="84630"/>
            <a:chOff x="1593183" y="4904561"/>
            <a:chExt cx="3994524" cy="157335"/>
          </a:xfrm>
        </p:grpSpPr>
        <p:sp>
          <p:nvSpPr>
            <p:cNvPr id="322" name="Google Shape;322;p17"/>
            <p:cNvSpPr/>
            <p:nvPr/>
          </p:nvSpPr>
          <p:spPr>
            <a:xfrm>
              <a:off x="1593183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2137981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2682123" y="4904561"/>
              <a:ext cx="182908" cy="157335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3225610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3769752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4313894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4858691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5403489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" name="Google Shape;330;p17"/>
          <p:cNvGrpSpPr/>
          <p:nvPr/>
        </p:nvGrpSpPr>
        <p:grpSpPr>
          <a:xfrm>
            <a:off x="450425" y="3363975"/>
            <a:ext cx="264675" cy="222000"/>
            <a:chOff x="1858425" y="4612725"/>
            <a:chExt cx="264675" cy="222000"/>
          </a:xfrm>
        </p:grpSpPr>
        <p:cxnSp>
          <p:nvCxnSpPr>
            <p:cNvPr id="331" name="Google Shape;331;p17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17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17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17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3_1_1_1_1">
    <p:bg>
      <p:bgPr>
        <a:solidFill>
          <a:schemeClr val="dk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>
            <a:spLocks noGrp="1"/>
          </p:cNvSpPr>
          <p:nvPr>
            <p:ph type="title"/>
          </p:nvPr>
        </p:nvSpPr>
        <p:spPr>
          <a:xfrm>
            <a:off x="715100" y="438225"/>
            <a:ext cx="795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18"/>
          <p:cNvSpPr/>
          <p:nvPr/>
        </p:nvSpPr>
        <p:spPr>
          <a:xfrm rot="-1171552" flipH="1">
            <a:off x="-1394101" y="2786036"/>
            <a:ext cx="11932204" cy="6058874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8" name="Google Shape;338;p18"/>
          <p:cNvGrpSpPr/>
          <p:nvPr/>
        </p:nvGrpSpPr>
        <p:grpSpPr>
          <a:xfrm>
            <a:off x="2170776" y="4434249"/>
            <a:ext cx="1608509" cy="174242"/>
            <a:chOff x="7696550" y="850149"/>
            <a:chExt cx="1671873" cy="181125"/>
          </a:xfrm>
        </p:grpSpPr>
        <p:sp>
          <p:nvSpPr>
            <p:cNvPr id="339" name="Google Shape;339;p18"/>
            <p:cNvSpPr/>
            <p:nvPr/>
          </p:nvSpPr>
          <p:spPr>
            <a:xfrm>
              <a:off x="769655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7811023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8"/>
            <p:cNvSpPr/>
            <p:nvPr/>
          </p:nvSpPr>
          <p:spPr>
            <a:xfrm>
              <a:off x="7925280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803975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7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8154227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8268484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59" y="1"/>
                  </a:moveTo>
                  <a:cubicBezTo>
                    <a:pt x="53" y="1"/>
                    <a:pt x="1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8382741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5" y="1"/>
                    <a:pt x="1" y="129"/>
                    <a:pt x="76" y="204"/>
                  </a:cubicBezTo>
                  <a:cubicBezTo>
                    <a:pt x="101" y="229"/>
                    <a:pt x="131" y="240"/>
                    <a:pt x="160" y="240"/>
                  </a:cubicBezTo>
                  <a:cubicBezTo>
                    <a:pt x="222" y="240"/>
                    <a:pt x="281" y="192"/>
                    <a:pt x="281" y="120"/>
                  </a:cubicBezTo>
                  <a:cubicBezTo>
                    <a:pt x="281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8497215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8611472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8725729" y="850149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1"/>
                  </a:moveTo>
                  <a:cubicBezTo>
                    <a:pt x="54" y="1"/>
                    <a:pt x="1" y="129"/>
                    <a:pt x="76" y="204"/>
                  </a:cubicBezTo>
                  <a:cubicBezTo>
                    <a:pt x="100" y="229"/>
                    <a:pt x="131" y="240"/>
                    <a:pt x="160" y="240"/>
                  </a:cubicBezTo>
                  <a:cubicBezTo>
                    <a:pt x="222" y="240"/>
                    <a:pt x="280" y="192"/>
                    <a:pt x="280" y="120"/>
                  </a:cubicBezTo>
                  <a:cubicBezTo>
                    <a:pt x="280" y="55"/>
                    <a:pt x="227" y="1"/>
                    <a:pt x="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8840418" y="850149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1"/>
                  </a:moveTo>
                  <a:cubicBezTo>
                    <a:pt x="53" y="1"/>
                    <a:pt x="0" y="129"/>
                    <a:pt x="75" y="204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5"/>
                    <a:pt x="226" y="1"/>
                    <a:pt x="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8954459" y="850149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1"/>
                  </a:moveTo>
                  <a:cubicBezTo>
                    <a:pt x="54" y="1"/>
                    <a:pt x="0" y="129"/>
                    <a:pt x="76" y="204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5"/>
                    <a:pt x="226" y="1"/>
                    <a:pt x="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8049924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8164181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8278655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8392912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8507169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60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8621642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8736116" y="979338"/>
              <a:ext cx="60374" cy="51936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8850373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8964846" y="979338"/>
              <a:ext cx="60590" cy="51936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9079103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9193360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9307617" y="979338"/>
              <a:ext cx="60806" cy="51936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363;p18"/>
          <p:cNvGrpSpPr/>
          <p:nvPr/>
        </p:nvGrpSpPr>
        <p:grpSpPr>
          <a:xfrm>
            <a:off x="8428900" y="313000"/>
            <a:ext cx="264675" cy="222000"/>
            <a:chOff x="1858425" y="4612725"/>
            <a:chExt cx="264675" cy="222000"/>
          </a:xfrm>
        </p:grpSpPr>
        <p:cxnSp>
          <p:nvCxnSpPr>
            <p:cNvPr id="364" name="Google Shape;364;p18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8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8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18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_1">
    <p:bg>
      <p:bgPr>
        <a:solidFill>
          <a:schemeClr val="dk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"/>
          <p:cNvSpPr/>
          <p:nvPr/>
        </p:nvSpPr>
        <p:spPr>
          <a:xfrm rot="-1001164" flipH="1">
            <a:off x="-2600357" y="1683168"/>
            <a:ext cx="13846306" cy="792706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19"/>
          <p:cNvGrpSpPr/>
          <p:nvPr/>
        </p:nvGrpSpPr>
        <p:grpSpPr>
          <a:xfrm>
            <a:off x="272145" y="3121509"/>
            <a:ext cx="442959" cy="147424"/>
            <a:chOff x="7749438" y="2914107"/>
            <a:chExt cx="268818" cy="89462"/>
          </a:xfrm>
        </p:grpSpPr>
        <p:sp>
          <p:nvSpPr>
            <p:cNvPr id="371" name="Google Shape;371;p19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19"/>
          <p:cNvSpPr txBox="1">
            <a:spLocks noGrp="1"/>
          </p:cNvSpPr>
          <p:nvPr>
            <p:ph type="title"/>
          </p:nvPr>
        </p:nvSpPr>
        <p:spPr>
          <a:xfrm>
            <a:off x="715100" y="44394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grpSp>
        <p:nvGrpSpPr>
          <p:cNvPr id="376" name="Google Shape;376;p19"/>
          <p:cNvGrpSpPr/>
          <p:nvPr/>
        </p:nvGrpSpPr>
        <p:grpSpPr>
          <a:xfrm>
            <a:off x="2986925" y="4608500"/>
            <a:ext cx="264675" cy="222000"/>
            <a:chOff x="1858425" y="4612725"/>
            <a:chExt cx="264675" cy="222000"/>
          </a:xfrm>
        </p:grpSpPr>
        <p:cxnSp>
          <p:nvCxnSpPr>
            <p:cNvPr id="377" name="Google Shape;377;p19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19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19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9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_1">
    <p:bg>
      <p:bgPr>
        <a:solidFill>
          <a:schemeClr val="dk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/>
          <p:nvPr/>
        </p:nvSpPr>
        <p:spPr>
          <a:xfrm rot="67" flipH="1">
            <a:off x="-5941624" y="1672709"/>
            <a:ext cx="11932278" cy="6059048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 rot="-8674203">
            <a:off x="-1518991" y="-5974516"/>
            <a:ext cx="14095423" cy="762312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5003100" y="404450"/>
            <a:ext cx="276000" cy="345500"/>
          </a:xfrm>
          <a:custGeom>
            <a:avLst/>
            <a:gdLst/>
            <a:ahLst/>
            <a:cxnLst/>
            <a:rect l="l" t="t" r="r" b="b"/>
            <a:pathLst>
              <a:path w="11040" h="13820" extrusionOk="0">
                <a:moveTo>
                  <a:pt x="547" y="1"/>
                </a:moveTo>
                <a:cubicBezTo>
                  <a:pt x="268" y="1"/>
                  <a:pt x="0" y="265"/>
                  <a:pt x="74" y="583"/>
                </a:cubicBezTo>
                <a:lnTo>
                  <a:pt x="2942" y="13492"/>
                </a:lnTo>
                <a:cubicBezTo>
                  <a:pt x="3015" y="13710"/>
                  <a:pt x="3207" y="13820"/>
                  <a:pt x="3393" y="13820"/>
                </a:cubicBezTo>
                <a:cubicBezTo>
                  <a:pt x="3549" y="13820"/>
                  <a:pt x="3700" y="13744"/>
                  <a:pt x="3776" y="13592"/>
                </a:cubicBezTo>
                <a:lnTo>
                  <a:pt x="5644" y="9656"/>
                </a:lnTo>
                <a:cubicBezTo>
                  <a:pt x="5744" y="9489"/>
                  <a:pt x="5911" y="9389"/>
                  <a:pt x="6078" y="9389"/>
                </a:cubicBezTo>
                <a:lnTo>
                  <a:pt x="10414" y="9623"/>
                </a:lnTo>
                <a:cubicBezTo>
                  <a:pt x="10427" y="9624"/>
                  <a:pt x="10440" y="9624"/>
                  <a:pt x="10453" y="9624"/>
                </a:cubicBezTo>
                <a:cubicBezTo>
                  <a:pt x="10860" y="9624"/>
                  <a:pt x="11039" y="9114"/>
                  <a:pt x="10748" y="8855"/>
                </a:cubicBezTo>
                <a:lnTo>
                  <a:pt x="841" y="116"/>
                </a:lnTo>
                <a:cubicBezTo>
                  <a:pt x="752" y="36"/>
                  <a:pt x="649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20"/>
          <p:cNvSpPr txBox="1">
            <a:spLocks noGrp="1"/>
          </p:cNvSpPr>
          <p:nvPr>
            <p:ph type="title"/>
          </p:nvPr>
        </p:nvSpPr>
        <p:spPr>
          <a:xfrm>
            <a:off x="715100" y="44394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grpSp>
        <p:nvGrpSpPr>
          <p:cNvPr id="386" name="Google Shape;386;p20"/>
          <p:cNvGrpSpPr/>
          <p:nvPr/>
        </p:nvGrpSpPr>
        <p:grpSpPr>
          <a:xfrm rot="5400000">
            <a:off x="8207432" y="4463684"/>
            <a:ext cx="442959" cy="147424"/>
            <a:chOff x="7749438" y="2914107"/>
            <a:chExt cx="268818" cy="89462"/>
          </a:xfrm>
        </p:grpSpPr>
        <p:sp>
          <p:nvSpPr>
            <p:cNvPr id="387" name="Google Shape;387;p20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rgbClr val="191919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"/>
          <p:cNvSpPr txBox="1">
            <a:spLocks noGrp="1"/>
          </p:cNvSpPr>
          <p:nvPr>
            <p:ph type="title"/>
          </p:nvPr>
        </p:nvSpPr>
        <p:spPr>
          <a:xfrm>
            <a:off x="715100" y="22221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3" name="Google Shape;393;p21"/>
          <p:cNvSpPr txBox="1">
            <a:spLocks noGrp="1"/>
          </p:cNvSpPr>
          <p:nvPr>
            <p:ph type="subTitle" idx="1"/>
          </p:nvPr>
        </p:nvSpPr>
        <p:spPr>
          <a:xfrm>
            <a:off x="715100" y="610625"/>
            <a:ext cx="58026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4" name="Google Shape;394;p21"/>
          <p:cNvSpPr/>
          <p:nvPr/>
        </p:nvSpPr>
        <p:spPr>
          <a:xfrm rot="1001164">
            <a:off x="-2351157" y="1410668"/>
            <a:ext cx="13846306" cy="792706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" name="Google Shape;395;p21"/>
          <p:cNvGrpSpPr/>
          <p:nvPr/>
        </p:nvGrpSpPr>
        <p:grpSpPr>
          <a:xfrm>
            <a:off x="3784945" y="3535984"/>
            <a:ext cx="442959" cy="147424"/>
            <a:chOff x="7749438" y="2914107"/>
            <a:chExt cx="268818" cy="89462"/>
          </a:xfrm>
        </p:grpSpPr>
        <p:sp>
          <p:nvSpPr>
            <p:cNvPr id="396" name="Google Shape;396;p21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21"/>
          <p:cNvGrpSpPr/>
          <p:nvPr/>
        </p:nvGrpSpPr>
        <p:grpSpPr>
          <a:xfrm>
            <a:off x="8428900" y="313000"/>
            <a:ext cx="264675" cy="222000"/>
            <a:chOff x="1858425" y="4612725"/>
            <a:chExt cx="264675" cy="222000"/>
          </a:xfrm>
        </p:grpSpPr>
        <p:cxnSp>
          <p:nvCxnSpPr>
            <p:cNvPr id="401" name="Google Shape;401;p21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1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21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21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APTION_ONLY_2">
    <p:bg>
      <p:bgPr>
        <a:solidFill>
          <a:srgbClr val="191919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"/>
          <p:cNvSpPr txBox="1">
            <a:spLocks noGrp="1"/>
          </p:cNvSpPr>
          <p:nvPr>
            <p:ph type="title"/>
          </p:nvPr>
        </p:nvSpPr>
        <p:spPr>
          <a:xfrm>
            <a:off x="715100" y="2106863"/>
            <a:ext cx="3885600" cy="723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22"/>
          <p:cNvSpPr/>
          <p:nvPr/>
        </p:nvSpPr>
        <p:spPr>
          <a:xfrm rot="-180173">
            <a:off x="1147796" y="2108809"/>
            <a:ext cx="11932030" cy="605891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2"/>
          <p:cNvSpPr/>
          <p:nvPr/>
        </p:nvSpPr>
        <p:spPr>
          <a:xfrm rot="-9754832">
            <a:off x="-1634353" y="-3097560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2"/>
          <p:cNvSpPr txBox="1">
            <a:spLocks noGrp="1"/>
          </p:cNvSpPr>
          <p:nvPr>
            <p:ph type="subTitle" idx="1"/>
          </p:nvPr>
        </p:nvSpPr>
        <p:spPr>
          <a:xfrm>
            <a:off x="715100" y="2880350"/>
            <a:ext cx="38856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10" name="Google Shape;410;p22"/>
          <p:cNvGrpSpPr/>
          <p:nvPr/>
        </p:nvGrpSpPr>
        <p:grpSpPr>
          <a:xfrm rot="10390200" flipH="1">
            <a:off x="2975698" y="1053563"/>
            <a:ext cx="382628" cy="285530"/>
            <a:chOff x="8730655" y="2307484"/>
            <a:chExt cx="275279" cy="205420"/>
          </a:xfrm>
        </p:grpSpPr>
        <p:sp>
          <p:nvSpPr>
            <p:cNvPr id="411" name="Google Shape;411;p22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" name="Google Shape;413;p22"/>
          <p:cNvGrpSpPr/>
          <p:nvPr/>
        </p:nvGrpSpPr>
        <p:grpSpPr>
          <a:xfrm>
            <a:off x="450425" y="4608500"/>
            <a:ext cx="264675" cy="222000"/>
            <a:chOff x="1858425" y="4612725"/>
            <a:chExt cx="264675" cy="222000"/>
          </a:xfrm>
        </p:grpSpPr>
        <p:cxnSp>
          <p:nvCxnSpPr>
            <p:cNvPr id="414" name="Google Shape;414;p22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22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22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2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APTION_ONLY_2_1">
    <p:bg>
      <p:bgPr>
        <a:solidFill>
          <a:srgbClr val="191919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"/>
          <p:cNvSpPr txBox="1">
            <a:spLocks noGrp="1"/>
          </p:cNvSpPr>
          <p:nvPr>
            <p:ph type="title"/>
          </p:nvPr>
        </p:nvSpPr>
        <p:spPr>
          <a:xfrm>
            <a:off x="4503425" y="1820313"/>
            <a:ext cx="3885600" cy="723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23"/>
          <p:cNvSpPr/>
          <p:nvPr/>
        </p:nvSpPr>
        <p:spPr>
          <a:xfrm rot="180173" flipH="1">
            <a:off x="-3446676" y="2116534"/>
            <a:ext cx="11932030" cy="605891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 rot="9754832" flipH="1">
            <a:off x="-664777" y="-3089835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3"/>
          <p:cNvSpPr txBox="1">
            <a:spLocks noGrp="1"/>
          </p:cNvSpPr>
          <p:nvPr>
            <p:ph type="subTitle" idx="1"/>
          </p:nvPr>
        </p:nvSpPr>
        <p:spPr>
          <a:xfrm>
            <a:off x="4120925" y="2585450"/>
            <a:ext cx="42681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4459250" y="1419125"/>
            <a:ext cx="276000" cy="345500"/>
          </a:xfrm>
          <a:custGeom>
            <a:avLst/>
            <a:gdLst/>
            <a:ahLst/>
            <a:cxnLst/>
            <a:rect l="l" t="t" r="r" b="b"/>
            <a:pathLst>
              <a:path w="11040" h="13820" extrusionOk="0">
                <a:moveTo>
                  <a:pt x="547" y="1"/>
                </a:moveTo>
                <a:cubicBezTo>
                  <a:pt x="268" y="1"/>
                  <a:pt x="0" y="265"/>
                  <a:pt x="74" y="583"/>
                </a:cubicBezTo>
                <a:lnTo>
                  <a:pt x="2942" y="13492"/>
                </a:lnTo>
                <a:cubicBezTo>
                  <a:pt x="3015" y="13710"/>
                  <a:pt x="3207" y="13820"/>
                  <a:pt x="3393" y="13820"/>
                </a:cubicBezTo>
                <a:cubicBezTo>
                  <a:pt x="3549" y="13820"/>
                  <a:pt x="3700" y="13744"/>
                  <a:pt x="3776" y="13592"/>
                </a:cubicBezTo>
                <a:lnTo>
                  <a:pt x="5644" y="9656"/>
                </a:lnTo>
                <a:cubicBezTo>
                  <a:pt x="5744" y="9489"/>
                  <a:pt x="5911" y="9389"/>
                  <a:pt x="6078" y="9389"/>
                </a:cubicBezTo>
                <a:lnTo>
                  <a:pt x="10414" y="9623"/>
                </a:lnTo>
                <a:cubicBezTo>
                  <a:pt x="10427" y="9624"/>
                  <a:pt x="10440" y="9624"/>
                  <a:pt x="10453" y="9624"/>
                </a:cubicBezTo>
                <a:cubicBezTo>
                  <a:pt x="10860" y="9624"/>
                  <a:pt x="11039" y="9114"/>
                  <a:pt x="10748" y="8855"/>
                </a:cubicBezTo>
                <a:lnTo>
                  <a:pt x="841" y="116"/>
                </a:lnTo>
                <a:cubicBezTo>
                  <a:pt x="752" y="36"/>
                  <a:pt x="649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424" name="Google Shape;424;p23"/>
          <p:cNvGrpSpPr/>
          <p:nvPr/>
        </p:nvGrpSpPr>
        <p:grpSpPr>
          <a:xfrm>
            <a:off x="8428900" y="4616225"/>
            <a:ext cx="264675" cy="222000"/>
            <a:chOff x="1858425" y="4612725"/>
            <a:chExt cx="264675" cy="222000"/>
          </a:xfrm>
        </p:grpSpPr>
        <p:cxnSp>
          <p:nvCxnSpPr>
            <p:cNvPr id="425" name="Google Shape;425;p23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3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3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23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ONLY_3_1_2_1_1">
    <p:bg>
      <p:bgPr>
        <a:solidFill>
          <a:schemeClr val="dk1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"/>
          <p:cNvSpPr txBox="1">
            <a:spLocks noGrp="1"/>
          </p:cNvSpPr>
          <p:nvPr>
            <p:ph type="title"/>
          </p:nvPr>
        </p:nvSpPr>
        <p:spPr>
          <a:xfrm>
            <a:off x="1146200" y="1975386"/>
            <a:ext cx="3420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16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24"/>
          <p:cNvSpPr/>
          <p:nvPr/>
        </p:nvSpPr>
        <p:spPr>
          <a:xfrm rot="-67">
            <a:off x="814554" y="1346934"/>
            <a:ext cx="11932278" cy="6059048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4"/>
          <p:cNvSpPr/>
          <p:nvPr/>
        </p:nvSpPr>
        <p:spPr>
          <a:xfrm rot="8674203" flipH="1">
            <a:off x="-5097450" y="-5256316"/>
            <a:ext cx="14095423" cy="762312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7576525" y="2164925"/>
            <a:ext cx="276000" cy="345500"/>
          </a:xfrm>
          <a:custGeom>
            <a:avLst/>
            <a:gdLst/>
            <a:ahLst/>
            <a:cxnLst/>
            <a:rect l="l" t="t" r="r" b="b"/>
            <a:pathLst>
              <a:path w="11040" h="13820" extrusionOk="0">
                <a:moveTo>
                  <a:pt x="547" y="1"/>
                </a:moveTo>
                <a:cubicBezTo>
                  <a:pt x="268" y="1"/>
                  <a:pt x="0" y="265"/>
                  <a:pt x="74" y="583"/>
                </a:cubicBezTo>
                <a:lnTo>
                  <a:pt x="2942" y="13492"/>
                </a:lnTo>
                <a:cubicBezTo>
                  <a:pt x="3015" y="13710"/>
                  <a:pt x="3207" y="13820"/>
                  <a:pt x="3393" y="13820"/>
                </a:cubicBezTo>
                <a:cubicBezTo>
                  <a:pt x="3549" y="13820"/>
                  <a:pt x="3700" y="13744"/>
                  <a:pt x="3776" y="13592"/>
                </a:cubicBezTo>
                <a:lnTo>
                  <a:pt x="5644" y="9656"/>
                </a:lnTo>
                <a:cubicBezTo>
                  <a:pt x="5744" y="9489"/>
                  <a:pt x="5911" y="9389"/>
                  <a:pt x="6078" y="9389"/>
                </a:cubicBezTo>
                <a:lnTo>
                  <a:pt x="10414" y="9623"/>
                </a:lnTo>
                <a:cubicBezTo>
                  <a:pt x="10427" y="9624"/>
                  <a:pt x="10440" y="9624"/>
                  <a:pt x="10453" y="9624"/>
                </a:cubicBezTo>
                <a:cubicBezTo>
                  <a:pt x="10860" y="9624"/>
                  <a:pt x="11039" y="9114"/>
                  <a:pt x="10748" y="8855"/>
                </a:cubicBezTo>
                <a:lnTo>
                  <a:pt x="841" y="116"/>
                </a:lnTo>
                <a:cubicBezTo>
                  <a:pt x="752" y="36"/>
                  <a:pt x="649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34" name="Google Shape;434;p24"/>
          <p:cNvSpPr txBox="1">
            <a:spLocks noGrp="1"/>
          </p:cNvSpPr>
          <p:nvPr>
            <p:ph type="title" idx="2"/>
          </p:nvPr>
        </p:nvSpPr>
        <p:spPr>
          <a:xfrm>
            <a:off x="715100" y="44394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grpSp>
        <p:nvGrpSpPr>
          <p:cNvPr id="435" name="Google Shape;435;p24"/>
          <p:cNvGrpSpPr/>
          <p:nvPr/>
        </p:nvGrpSpPr>
        <p:grpSpPr>
          <a:xfrm rot="5400000">
            <a:off x="493620" y="4534784"/>
            <a:ext cx="442959" cy="147424"/>
            <a:chOff x="7749438" y="2914107"/>
            <a:chExt cx="268818" cy="89462"/>
          </a:xfrm>
        </p:grpSpPr>
        <p:sp>
          <p:nvSpPr>
            <p:cNvPr id="436" name="Google Shape;436;p24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ONLY_3_1_2_1_1_1"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"/>
          <p:cNvSpPr txBox="1">
            <a:spLocks noGrp="1"/>
          </p:cNvSpPr>
          <p:nvPr>
            <p:ph type="title"/>
          </p:nvPr>
        </p:nvSpPr>
        <p:spPr>
          <a:xfrm>
            <a:off x="4690900" y="1997023"/>
            <a:ext cx="34206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16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25"/>
          <p:cNvSpPr/>
          <p:nvPr/>
        </p:nvSpPr>
        <p:spPr>
          <a:xfrm rot="67" flipH="1">
            <a:off x="-5251037" y="1775034"/>
            <a:ext cx="11932278" cy="6059048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5"/>
          <p:cNvSpPr/>
          <p:nvPr/>
        </p:nvSpPr>
        <p:spPr>
          <a:xfrm rot="-8674203">
            <a:off x="-1259841" y="-5367391"/>
            <a:ext cx="14095423" cy="762312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5"/>
          <p:cNvSpPr txBox="1">
            <a:spLocks noGrp="1"/>
          </p:cNvSpPr>
          <p:nvPr>
            <p:ph type="title" idx="2"/>
          </p:nvPr>
        </p:nvSpPr>
        <p:spPr>
          <a:xfrm>
            <a:off x="715100" y="44394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grpSp>
        <p:nvGrpSpPr>
          <p:cNvPr id="445" name="Google Shape;445;p25"/>
          <p:cNvGrpSpPr/>
          <p:nvPr/>
        </p:nvGrpSpPr>
        <p:grpSpPr>
          <a:xfrm rot="-10390200">
            <a:off x="8486723" y="4465738"/>
            <a:ext cx="382628" cy="285530"/>
            <a:chOff x="8730655" y="2307484"/>
            <a:chExt cx="275279" cy="205420"/>
          </a:xfrm>
        </p:grpSpPr>
        <p:sp>
          <p:nvSpPr>
            <p:cNvPr id="446" name="Google Shape;446;p25"/>
            <p:cNvSpPr/>
            <p:nvPr/>
          </p:nvSpPr>
          <p:spPr>
            <a:xfrm>
              <a:off x="8730655" y="2307484"/>
              <a:ext cx="137419" cy="135561"/>
            </a:xfrm>
            <a:custGeom>
              <a:avLst/>
              <a:gdLst/>
              <a:ahLst/>
              <a:cxnLst/>
              <a:rect l="l" t="t" r="r" b="b"/>
              <a:pathLst>
                <a:path w="1255" h="1238" extrusionOk="0">
                  <a:moveTo>
                    <a:pt x="1254" y="0"/>
                  </a:moveTo>
                  <a:lnTo>
                    <a:pt x="0" y="1237"/>
                  </a:lnTo>
                  <a:lnTo>
                    <a:pt x="1254" y="1237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8936950" y="2442934"/>
              <a:ext cx="68983" cy="69971"/>
            </a:xfrm>
            <a:custGeom>
              <a:avLst/>
              <a:gdLst/>
              <a:ahLst/>
              <a:cxnLst/>
              <a:rect l="l" t="t" r="r" b="b"/>
              <a:pathLst>
                <a:path w="630" h="639" extrusionOk="0">
                  <a:moveTo>
                    <a:pt x="0" y="0"/>
                  </a:moveTo>
                  <a:lnTo>
                    <a:pt x="0" y="63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1"/>
            </a:solidFill>
            <a:ln w="750" cap="flat" cmpd="sng">
              <a:solidFill>
                <a:srgbClr val="FFFFFF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5"/>
          <p:cNvGrpSpPr/>
          <p:nvPr/>
        </p:nvGrpSpPr>
        <p:grpSpPr>
          <a:xfrm>
            <a:off x="450425" y="3748475"/>
            <a:ext cx="264675" cy="222000"/>
            <a:chOff x="1858425" y="4612725"/>
            <a:chExt cx="264675" cy="222000"/>
          </a:xfrm>
        </p:grpSpPr>
        <p:cxnSp>
          <p:nvCxnSpPr>
            <p:cNvPr id="449" name="Google Shape;449;p25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" name="Google Shape;450;p25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" name="Google Shape;451;p25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25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_1_1_1_3_1">
    <p:bg>
      <p:bgPr>
        <a:solidFill>
          <a:schemeClr val="dk1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"/>
          <p:cNvSpPr txBox="1">
            <a:spLocks noGrp="1"/>
          </p:cNvSpPr>
          <p:nvPr>
            <p:ph type="subTitle" idx="1"/>
          </p:nvPr>
        </p:nvSpPr>
        <p:spPr>
          <a:xfrm>
            <a:off x="3969520" y="152977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subTitle" idx="2"/>
          </p:nvPr>
        </p:nvSpPr>
        <p:spPr>
          <a:xfrm>
            <a:off x="3961433" y="2316223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56" name="Google Shape;456;p26"/>
          <p:cNvSpPr txBox="1">
            <a:spLocks noGrp="1"/>
          </p:cNvSpPr>
          <p:nvPr>
            <p:ph type="subTitle" idx="3"/>
          </p:nvPr>
        </p:nvSpPr>
        <p:spPr>
          <a:xfrm>
            <a:off x="4974876" y="325699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57" name="Google Shape;457;p26"/>
          <p:cNvSpPr txBox="1">
            <a:spLocks noGrp="1"/>
          </p:cNvSpPr>
          <p:nvPr>
            <p:ph type="subTitle" idx="4"/>
          </p:nvPr>
        </p:nvSpPr>
        <p:spPr>
          <a:xfrm>
            <a:off x="4974876" y="4042651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720000" y="441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6"/>
          <p:cNvSpPr/>
          <p:nvPr/>
        </p:nvSpPr>
        <p:spPr>
          <a:xfrm rot="-8856235" flipH="1">
            <a:off x="4501342" y="-1902339"/>
            <a:ext cx="11932415" cy="605899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6"/>
          <p:cNvSpPr/>
          <p:nvPr/>
        </p:nvSpPr>
        <p:spPr>
          <a:xfrm rot="1943765" flipH="1">
            <a:off x="-4928408" y="2098161"/>
            <a:ext cx="11932415" cy="6058999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1" name="Google Shape;461;p26"/>
          <p:cNvGrpSpPr/>
          <p:nvPr/>
        </p:nvGrpSpPr>
        <p:grpSpPr>
          <a:xfrm>
            <a:off x="1242170" y="3611309"/>
            <a:ext cx="442959" cy="147424"/>
            <a:chOff x="7749438" y="2914107"/>
            <a:chExt cx="268818" cy="89462"/>
          </a:xfrm>
        </p:grpSpPr>
        <p:sp>
          <p:nvSpPr>
            <p:cNvPr id="462" name="Google Shape;462;p26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26"/>
          <p:cNvGrpSpPr/>
          <p:nvPr/>
        </p:nvGrpSpPr>
        <p:grpSpPr>
          <a:xfrm>
            <a:off x="8424000" y="966200"/>
            <a:ext cx="264675" cy="222000"/>
            <a:chOff x="1858425" y="4612725"/>
            <a:chExt cx="264675" cy="222000"/>
          </a:xfrm>
        </p:grpSpPr>
        <p:cxnSp>
          <p:nvCxnSpPr>
            <p:cNvPr id="467" name="Google Shape;467;p26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8" name="Google Shape;468;p26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9" name="Google Shape;469;p26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0" name="Google Shape;470;p26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_1_1_1_1_2_1">
    <p:bg>
      <p:bgPr>
        <a:solidFill>
          <a:schemeClr val="dk1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27"/>
          <p:cNvSpPr txBox="1">
            <a:spLocks noGrp="1"/>
          </p:cNvSpPr>
          <p:nvPr>
            <p:ph type="subTitle" idx="1"/>
          </p:nvPr>
        </p:nvSpPr>
        <p:spPr>
          <a:xfrm>
            <a:off x="6262959" y="2002664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74" name="Google Shape;474;p27"/>
          <p:cNvSpPr txBox="1">
            <a:spLocks noGrp="1"/>
          </p:cNvSpPr>
          <p:nvPr>
            <p:ph type="subTitle" idx="2"/>
          </p:nvPr>
        </p:nvSpPr>
        <p:spPr>
          <a:xfrm>
            <a:off x="1051011" y="1627483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75" name="Google Shape;475;p27"/>
          <p:cNvSpPr txBox="1">
            <a:spLocks noGrp="1"/>
          </p:cNvSpPr>
          <p:nvPr>
            <p:ph type="subTitle" idx="3"/>
          </p:nvPr>
        </p:nvSpPr>
        <p:spPr>
          <a:xfrm>
            <a:off x="764826" y="2003968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76" name="Google Shape;476;p27"/>
          <p:cNvSpPr txBox="1">
            <a:spLocks noGrp="1"/>
          </p:cNvSpPr>
          <p:nvPr>
            <p:ph type="subTitle" idx="4"/>
          </p:nvPr>
        </p:nvSpPr>
        <p:spPr>
          <a:xfrm>
            <a:off x="6272063" y="1627467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 ExtraBold"/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77" name="Google Shape;477;p27"/>
          <p:cNvSpPr/>
          <p:nvPr/>
        </p:nvSpPr>
        <p:spPr>
          <a:xfrm rot="-828697" flipH="1">
            <a:off x="-1670840" y="2317929"/>
            <a:ext cx="11932417" cy="605900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8152900" y="564500"/>
            <a:ext cx="276000" cy="345500"/>
          </a:xfrm>
          <a:custGeom>
            <a:avLst/>
            <a:gdLst/>
            <a:ahLst/>
            <a:cxnLst/>
            <a:rect l="l" t="t" r="r" b="b"/>
            <a:pathLst>
              <a:path w="11040" h="13820" extrusionOk="0">
                <a:moveTo>
                  <a:pt x="547" y="1"/>
                </a:moveTo>
                <a:cubicBezTo>
                  <a:pt x="268" y="1"/>
                  <a:pt x="0" y="265"/>
                  <a:pt x="74" y="583"/>
                </a:cubicBezTo>
                <a:lnTo>
                  <a:pt x="2942" y="13492"/>
                </a:lnTo>
                <a:cubicBezTo>
                  <a:pt x="3015" y="13710"/>
                  <a:pt x="3207" y="13820"/>
                  <a:pt x="3393" y="13820"/>
                </a:cubicBezTo>
                <a:cubicBezTo>
                  <a:pt x="3549" y="13820"/>
                  <a:pt x="3700" y="13744"/>
                  <a:pt x="3776" y="13592"/>
                </a:cubicBezTo>
                <a:lnTo>
                  <a:pt x="5644" y="9656"/>
                </a:lnTo>
                <a:cubicBezTo>
                  <a:pt x="5744" y="9489"/>
                  <a:pt x="5911" y="9389"/>
                  <a:pt x="6078" y="9389"/>
                </a:cubicBezTo>
                <a:lnTo>
                  <a:pt x="10414" y="9623"/>
                </a:lnTo>
                <a:cubicBezTo>
                  <a:pt x="10427" y="9624"/>
                  <a:pt x="10440" y="9624"/>
                  <a:pt x="10453" y="9624"/>
                </a:cubicBezTo>
                <a:cubicBezTo>
                  <a:pt x="10860" y="9624"/>
                  <a:pt x="11039" y="9114"/>
                  <a:pt x="10748" y="8855"/>
                </a:cubicBezTo>
                <a:lnTo>
                  <a:pt x="841" y="116"/>
                </a:lnTo>
                <a:cubicBezTo>
                  <a:pt x="752" y="36"/>
                  <a:pt x="649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479" name="Google Shape;479;p27"/>
          <p:cNvGrpSpPr/>
          <p:nvPr/>
        </p:nvGrpSpPr>
        <p:grpSpPr>
          <a:xfrm rot="5400000">
            <a:off x="248082" y="1365934"/>
            <a:ext cx="442959" cy="147424"/>
            <a:chOff x="7749438" y="2914107"/>
            <a:chExt cx="268818" cy="89462"/>
          </a:xfrm>
        </p:grpSpPr>
        <p:sp>
          <p:nvSpPr>
            <p:cNvPr id="480" name="Google Shape;480;p27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_1">
    <p:bg>
      <p:bgPr>
        <a:solidFill>
          <a:srgbClr val="191919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>
            <a:spLocks noGrp="1"/>
          </p:cNvSpPr>
          <p:nvPr>
            <p:ph type="title"/>
          </p:nvPr>
        </p:nvSpPr>
        <p:spPr>
          <a:xfrm>
            <a:off x="715100" y="448650"/>
            <a:ext cx="65451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500"/>
              <a:buNone/>
              <a:defRPr>
                <a:solidFill>
                  <a:srgbClr val="20124D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28"/>
          <p:cNvSpPr txBox="1">
            <a:spLocks noGrp="1"/>
          </p:cNvSpPr>
          <p:nvPr>
            <p:ph type="subTitle" idx="1"/>
          </p:nvPr>
        </p:nvSpPr>
        <p:spPr>
          <a:xfrm>
            <a:off x="976446" y="3010650"/>
            <a:ext cx="2346600" cy="4617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87" name="Google Shape;487;p28"/>
          <p:cNvSpPr txBox="1">
            <a:spLocks noGrp="1"/>
          </p:cNvSpPr>
          <p:nvPr>
            <p:ph type="subTitle" idx="2"/>
          </p:nvPr>
        </p:nvSpPr>
        <p:spPr>
          <a:xfrm>
            <a:off x="3403000" y="3010650"/>
            <a:ext cx="2346600" cy="4617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88" name="Google Shape;488;p28"/>
          <p:cNvSpPr txBox="1">
            <a:spLocks noGrp="1"/>
          </p:cNvSpPr>
          <p:nvPr>
            <p:ph type="subTitle" idx="3"/>
          </p:nvPr>
        </p:nvSpPr>
        <p:spPr>
          <a:xfrm>
            <a:off x="5880249" y="3010650"/>
            <a:ext cx="2346600" cy="4617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489" name="Google Shape;489;p28"/>
          <p:cNvSpPr txBox="1">
            <a:spLocks noGrp="1"/>
          </p:cNvSpPr>
          <p:nvPr>
            <p:ph type="subTitle" idx="4"/>
          </p:nvPr>
        </p:nvSpPr>
        <p:spPr>
          <a:xfrm>
            <a:off x="976446" y="3384149"/>
            <a:ext cx="2346600" cy="615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28"/>
          <p:cNvSpPr txBox="1">
            <a:spLocks noGrp="1"/>
          </p:cNvSpPr>
          <p:nvPr>
            <p:ph type="subTitle" idx="5"/>
          </p:nvPr>
        </p:nvSpPr>
        <p:spPr>
          <a:xfrm>
            <a:off x="3403004" y="3384149"/>
            <a:ext cx="2346600" cy="615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28"/>
          <p:cNvSpPr txBox="1">
            <a:spLocks noGrp="1"/>
          </p:cNvSpPr>
          <p:nvPr>
            <p:ph type="subTitle" idx="6"/>
          </p:nvPr>
        </p:nvSpPr>
        <p:spPr>
          <a:xfrm>
            <a:off x="5880249" y="3384149"/>
            <a:ext cx="2346600" cy="615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154176" y="2007275"/>
            <a:ext cx="10744262" cy="799553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8"/>
          <p:cNvSpPr/>
          <p:nvPr/>
        </p:nvSpPr>
        <p:spPr>
          <a:xfrm>
            <a:off x="-35349" y="2365300"/>
            <a:ext cx="10744262" cy="799553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" name="Google Shape;494;p28"/>
          <p:cNvGrpSpPr/>
          <p:nvPr/>
        </p:nvGrpSpPr>
        <p:grpSpPr>
          <a:xfrm rot="2700000">
            <a:off x="7726729" y="89619"/>
            <a:ext cx="1300150" cy="1298472"/>
            <a:chOff x="344100" y="1296850"/>
            <a:chExt cx="642225" cy="641396"/>
          </a:xfrm>
        </p:grpSpPr>
        <p:sp>
          <p:nvSpPr>
            <p:cNvPr id="495" name="Google Shape;495;p28"/>
            <p:cNvSpPr/>
            <p:nvPr/>
          </p:nvSpPr>
          <p:spPr>
            <a:xfrm>
              <a:off x="639236" y="1296850"/>
              <a:ext cx="21002" cy="20035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3" y="124"/>
                  </a:cubicBezTo>
                  <a:cubicBezTo>
                    <a:pt x="152" y="96"/>
                    <a:pt x="152" y="50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704453" y="1362067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0" y="30"/>
                    <a:pt x="0" y="72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3" y="124"/>
                  </a:cubicBezTo>
                  <a:cubicBezTo>
                    <a:pt x="152" y="96"/>
                    <a:pt x="152" y="50"/>
                    <a:pt x="123" y="22"/>
                  </a:cubicBezTo>
                  <a:cubicBezTo>
                    <a:pt x="109" y="8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769671" y="1427285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2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2" y="95"/>
                    <a:pt x="152" y="50"/>
                    <a:pt x="124" y="22"/>
                  </a:cubicBezTo>
                  <a:cubicBezTo>
                    <a:pt x="109" y="7"/>
                    <a:pt x="90" y="0"/>
                    <a:pt x="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834888" y="1492502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5"/>
                    <a:pt x="73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2" y="95"/>
                    <a:pt x="152" y="50"/>
                    <a:pt x="124" y="22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900105" y="1557719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3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5"/>
                    <a:pt x="73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1" y="95"/>
                    <a:pt x="151" y="50"/>
                    <a:pt x="124" y="21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965323" y="1622937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4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7"/>
                    <a:pt x="36" y="146"/>
                    <a:pt x="74" y="146"/>
                  </a:cubicBezTo>
                  <a:cubicBezTo>
                    <a:pt x="91" y="146"/>
                    <a:pt x="109" y="139"/>
                    <a:pt x="124" y="124"/>
                  </a:cubicBezTo>
                  <a:cubicBezTo>
                    <a:pt x="151" y="96"/>
                    <a:pt x="151" y="50"/>
                    <a:pt x="124" y="21"/>
                  </a:cubicBezTo>
                  <a:cubicBezTo>
                    <a:pt x="109" y="7"/>
                    <a:pt x="91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580237" y="1355850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1" y="29"/>
                    <a:pt x="1" y="73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2" y="96"/>
                    <a:pt x="152" y="50"/>
                    <a:pt x="124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645454" y="1421067"/>
              <a:ext cx="20173" cy="20173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2" y="0"/>
                  </a:moveTo>
                  <a:cubicBezTo>
                    <a:pt x="33" y="0"/>
                    <a:pt x="1" y="33"/>
                    <a:pt x="1" y="73"/>
                  </a:cubicBezTo>
                  <a:cubicBezTo>
                    <a:pt x="1" y="113"/>
                    <a:pt x="33" y="145"/>
                    <a:pt x="72" y="145"/>
                  </a:cubicBezTo>
                  <a:cubicBezTo>
                    <a:pt x="112" y="145"/>
                    <a:pt x="145" y="113"/>
                    <a:pt x="145" y="73"/>
                  </a:cubicBezTo>
                  <a:cubicBezTo>
                    <a:pt x="145" y="33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710533" y="1486284"/>
              <a:ext cx="21140" cy="20311"/>
            </a:xfrm>
            <a:custGeom>
              <a:avLst/>
              <a:gdLst/>
              <a:ahLst/>
              <a:cxnLst/>
              <a:rect l="l" t="t" r="r" b="b"/>
              <a:pathLst>
                <a:path w="153" h="147" extrusionOk="0">
                  <a:moveTo>
                    <a:pt x="73" y="1"/>
                  </a:moveTo>
                  <a:cubicBezTo>
                    <a:pt x="36" y="1"/>
                    <a:pt x="1" y="30"/>
                    <a:pt x="1" y="73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775750" y="1551502"/>
              <a:ext cx="20173" cy="20173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4" y="1"/>
                  </a:moveTo>
                  <a:cubicBezTo>
                    <a:pt x="33" y="1"/>
                    <a:pt x="1" y="33"/>
                    <a:pt x="1" y="74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840968" y="1616857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4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4"/>
                    <a:pt x="74" y="144"/>
                  </a:cubicBezTo>
                  <a:cubicBezTo>
                    <a:pt x="92" y="144"/>
                    <a:pt x="110" y="138"/>
                    <a:pt x="125" y="123"/>
                  </a:cubicBezTo>
                  <a:cubicBezTo>
                    <a:pt x="153" y="95"/>
                    <a:pt x="153" y="49"/>
                    <a:pt x="125" y="21"/>
                  </a:cubicBezTo>
                  <a:cubicBezTo>
                    <a:pt x="110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906185" y="1682074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3" y="0"/>
                  </a:moveTo>
                  <a:cubicBezTo>
                    <a:pt x="36" y="0"/>
                    <a:pt x="1" y="29"/>
                    <a:pt x="1" y="72"/>
                  </a:cubicBezTo>
                  <a:cubicBezTo>
                    <a:pt x="1" y="115"/>
                    <a:pt x="37" y="144"/>
                    <a:pt x="74" y="144"/>
                  </a:cubicBezTo>
                  <a:cubicBezTo>
                    <a:pt x="91" y="144"/>
                    <a:pt x="109" y="138"/>
                    <a:pt x="124" y="123"/>
                  </a:cubicBezTo>
                  <a:cubicBezTo>
                    <a:pt x="153" y="95"/>
                    <a:pt x="153" y="49"/>
                    <a:pt x="124" y="21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521099" y="1414849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1" y="29"/>
                    <a:pt x="1" y="73"/>
                  </a:cubicBezTo>
                  <a:cubicBezTo>
                    <a:pt x="1" y="117"/>
                    <a:pt x="36" y="146"/>
                    <a:pt x="74" y="146"/>
                  </a:cubicBezTo>
                  <a:cubicBezTo>
                    <a:pt x="92" y="146"/>
                    <a:pt x="110" y="139"/>
                    <a:pt x="125" y="124"/>
                  </a:cubicBezTo>
                  <a:cubicBezTo>
                    <a:pt x="152" y="97"/>
                    <a:pt x="152" y="50"/>
                    <a:pt x="125" y="23"/>
                  </a:cubicBezTo>
                  <a:cubicBezTo>
                    <a:pt x="110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586316" y="1480067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4"/>
                  </a:cubicBezTo>
                  <a:cubicBezTo>
                    <a:pt x="153" y="96"/>
                    <a:pt x="153" y="50"/>
                    <a:pt x="124" y="22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651533" y="1545284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4" y="1"/>
                  </a:moveTo>
                  <a:cubicBezTo>
                    <a:pt x="36" y="1"/>
                    <a:pt x="1" y="29"/>
                    <a:pt x="1" y="73"/>
                  </a:cubicBezTo>
                  <a:cubicBezTo>
                    <a:pt x="1" y="117"/>
                    <a:pt x="36" y="146"/>
                    <a:pt x="74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3" y="96"/>
                    <a:pt x="153" y="50"/>
                    <a:pt x="124" y="22"/>
                  </a:cubicBezTo>
                  <a:cubicBezTo>
                    <a:pt x="109" y="7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716751" y="1610501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4" y="1"/>
                  </a:moveTo>
                  <a:cubicBezTo>
                    <a:pt x="37" y="1"/>
                    <a:pt x="1" y="30"/>
                    <a:pt x="1" y="73"/>
                  </a:cubicBezTo>
                  <a:cubicBezTo>
                    <a:pt x="1" y="117"/>
                    <a:pt x="37" y="146"/>
                    <a:pt x="74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7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782106" y="1675719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3" y="125"/>
                  </a:cubicBezTo>
                  <a:cubicBezTo>
                    <a:pt x="152" y="96"/>
                    <a:pt x="152" y="51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847324" y="1740936"/>
              <a:ext cx="21002" cy="20311"/>
            </a:xfrm>
            <a:custGeom>
              <a:avLst/>
              <a:gdLst/>
              <a:ahLst/>
              <a:cxnLst/>
              <a:rect l="l" t="t" r="r" b="b"/>
              <a:pathLst>
                <a:path w="152" h="147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3" y="125"/>
                  </a:cubicBezTo>
                  <a:cubicBezTo>
                    <a:pt x="152" y="96"/>
                    <a:pt x="152" y="51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462099" y="1473987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4" y="0"/>
                  </a:moveTo>
                  <a:cubicBezTo>
                    <a:pt x="37" y="0"/>
                    <a:pt x="1" y="29"/>
                    <a:pt x="1" y="73"/>
                  </a:cubicBezTo>
                  <a:cubicBezTo>
                    <a:pt x="1" y="116"/>
                    <a:pt x="37" y="145"/>
                    <a:pt x="74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3" y="95"/>
                    <a:pt x="153" y="49"/>
                    <a:pt x="124" y="21"/>
                  </a:cubicBezTo>
                  <a:cubicBezTo>
                    <a:pt x="109" y="7"/>
                    <a:pt x="91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527455" y="1539204"/>
              <a:ext cx="21002" cy="20035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73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6"/>
                    <a:pt x="36" y="144"/>
                    <a:pt x="73" y="144"/>
                  </a:cubicBezTo>
                  <a:cubicBezTo>
                    <a:pt x="90" y="144"/>
                    <a:pt x="108" y="138"/>
                    <a:pt x="123" y="123"/>
                  </a:cubicBezTo>
                  <a:cubicBezTo>
                    <a:pt x="152" y="96"/>
                    <a:pt x="152" y="49"/>
                    <a:pt x="123" y="22"/>
                  </a:cubicBezTo>
                  <a:cubicBezTo>
                    <a:pt x="108" y="7"/>
                    <a:pt x="90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592672" y="1604422"/>
              <a:ext cx="21002" cy="20035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73" y="0"/>
                  </a:moveTo>
                  <a:cubicBezTo>
                    <a:pt x="36" y="0"/>
                    <a:pt x="0" y="29"/>
                    <a:pt x="0" y="72"/>
                  </a:cubicBezTo>
                  <a:cubicBezTo>
                    <a:pt x="0" y="116"/>
                    <a:pt x="36" y="144"/>
                    <a:pt x="73" y="144"/>
                  </a:cubicBezTo>
                  <a:cubicBezTo>
                    <a:pt x="91" y="144"/>
                    <a:pt x="109" y="138"/>
                    <a:pt x="123" y="123"/>
                  </a:cubicBezTo>
                  <a:cubicBezTo>
                    <a:pt x="152" y="96"/>
                    <a:pt x="152" y="49"/>
                    <a:pt x="123" y="22"/>
                  </a:cubicBezTo>
                  <a:cubicBezTo>
                    <a:pt x="109" y="7"/>
                    <a:pt x="90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657889" y="1669501"/>
              <a:ext cx="20864" cy="20173"/>
            </a:xfrm>
            <a:custGeom>
              <a:avLst/>
              <a:gdLst/>
              <a:ahLst/>
              <a:cxnLst/>
              <a:rect l="l" t="t" r="r" b="b"/>
              <a:pathLst>
                <a:path w="151" h="146" extrusionOk="0">
                  <a:moveTo>
                    <a:pt x="72" y="1"/>
                  </a:moveTo>
                  <a:cubicBezTo>
                    <a:pt x="35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3" y="124"/>
                  </a:cubicBezTo>
                  <a:cubicBezTo>
                    <a:pt x="151" y="96"/>
                    <a:pt x="151" y="50"/>
                    <a:pt x="123" y="23"/>
                  </a:cubicBezTo>
                  <a:cubicBezTo>
                    <a:pt x="109" y="8"/>
                    <a:pt x="90" y="1"/>
                    <a:pt x="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722969" y="1734718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2" y="1"/>
                  </a:moveTo>
                  <a:cubicBezTo>
                    <a:pt x="35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3" y="124"/>
                  </a:cubicBezTo>
                  <a:cubicBezTo>
                    <a:pt x="152" y="97"/>
                    <a:pt x="152" y="50"/>
                    <a:pt x="123" y="23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788186" y="1799935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0" y="29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10" y="139"/>
                    <a:pt x="125" y="125"/>
                  </a:cubicBezTo>
                  <a:cubicBezTo>
                    <a:pt x="152" y="96"/>
                    <a:pt x="152" y="50"/>
                    <a:pt x="125" y="22"/>
                  </a:cubicBezTo>
                  <a:cubicBezTo>
                    <a:pt x="110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403238" y="1532848"/>
              <a:ext cx="20864" cy="20311"/>
            </a:xfrm>
            <a:custGeom>
              <a:avLst/>
              <a:gdLst/>
              <a:ahLst/>
              <a:cxnLst/>
              <a:rect l="l" t="t" r="r" b="b"/>
              <a:pathLst>
                <a:path w="151" h="147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3" y="125"/>
                  </a:cubicBezTo>
                  <a:cubicBezTo>
                    <a:pt x="151" y="96"/>
                    <a:pt x="151" y="51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468317" y="1598066"/>
              <a:ext cx="21002" cy="20311"/>
            </a:xfrm>
            <a:custGeom>
              <a:avLst/>
              <a:gdLst/>
              <a:ahLst/>
              <a:cxnLst/>
              <a:rect l="l" t="t" r="r" b="b"/>
              <a:pathLst>
                <a:path w="152" h="147" extrusionOk="0">
                  <a:moveTo>
                    <a:pt x="73" y="1"/>
                  </a:moveTo>
                  <a:cubicBezTo>
                    <a:pt x="36" y="1"/>
                    <a:pt x="0" y="30"/>
                    <a:pt x="0" y="74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8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533534" y="1663283"/>
              <a:ext cx="20035" cy="20173"/>
            </a:xfrm>
            <a:custGeom>
              <a:avLst/>
              <a:gdLst/>
              <a:ahLst/>
              <a:cxnLst/>
              <a:rect l="l" t="t" r="r" b="b"/>
              <a:pathLst>
                <a:path w="145" h="146" extrusionOk="0">
                  <a:moveTo>
                    <a:pt x="73" y="1"/>
                  </a:moveTo>
                  <a:cubicBezTo>
                    <a:pt x="33" y="1"/>
                    <a:pt x="0" y="33"/>
                    <a:pt x="0" y="74"/>
                  </a:cubicBezTo>
                  <a:cubicBezTo>
                    <a:pt x="0" y="113"/>
                    <a:pt x="33" y="145"/>
                    <a:pt x="73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598752" y="1728639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7"/>
                    <a:pt x="36" y="145"/>
                    <a:pt x="73" y="145"/>
                  </a:cubicBezTo>
                  <a:cubicBezTo>
                    <a:pt x="91" y="145"/>
                    <a:pt x="110" y="139"/>
                    <a:pt x="125" y="124"/>
                  </a:cubicBezTo>
                  <a:cubicBezTo>
                    <a:pt x="152" y="96"/>
                    <a:pt x="152" y="50"/>
                    <a:pt x="125" y="21"/>
                  </a:cubicBezTo>
                  <a:cubicBezTo>
                    <a:pt x="110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663969" y="1793856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4"/>
                  </a:cubicBezTo>
                  <a:cubicBezTo>
                    <a:pt x="152" y="96"/>
                    <a:pt x="152" y="49"/>
                    <a:pt x="124" y="22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729186" y="1859073"/>
              <a:ext cx="20173" cy="20035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4" y="0"/>
                  </a:moveTo>
                  <a:cubicBezTo>
                    <a:pt x="33" y="0"/>
                    <a:pt x="1" y="32"/>
                    <a:pt x="1" y="73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3"/>
                  </a:cubicBezTo>
                  <a:cubicBezTo>
                    <a:pt x="145" y="32"/>
                    <a:pt x="113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344100" y="1591986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3" y="1"/>
                  </a:moveTo>
                  <a:cubicBezTo>
                    <a:pt x="36" y="1"/>
                    <a:pt x="0" y="29"/>
                    <a:pt x="0" y="72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3" y="124"/>
                  </a:cubicBezTo>
                  <a:cubicBezTo>
                    <a:pt x="152" y="96"/>
                    <a:pt x="152" y="49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409317" y="1657203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2" y="0"/>
                  </a:moveTo>
                  <a:cubicBezTo>
                    <a:pt x="36" y="0"/>
                    <a:pt x="0" y="29"/>
                    <a:pt x="0" y="72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4" y="124"/>
                  </a:cubicBezTo>
                  <a:cubicBezTo>
                    <a:pt x="152" y="96"/>
                    <a:pt x="152" y="50"/>
                    <a:pt x="124" y="22"/>
                  </a:cubicBezTo>
                  <a:cubicBezTo>
                    <a:pt x="109" y="7"/>
                    <a:pt x="90" y="0"/>
                    <a:pt x="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474535" y="1722421"/>
              <a:ext cx="20173" cy="20173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2" y="1"/>
                  </a:moveTo>
                  <a:cubicBezTo>
                    <a:pt x="33" y="1"/>
                    <a:pt x="1" y="33"/>
                    <a:pt x="1" y="72"/>
                  </a:cubicBezTo>
                  <a:cubicBezTo>
                    <a:pt x="1" y="113"/>
                    <a:pt x="33" y="145"/>
                    <a:pt x="72" y="145"/>
                  </a:cubicBezTo>
                  <a:cubicBezTo>
                    <a:pt x="113" y="145"/>
                    <a:pt x="145" y="113"/>
                    <a:pt x="145" y="72"/>
                  </a:cubicBezTo>
                  <a:cubicBezTo>
                    <a:pt x="145" y="33"/>
                    <a:pt x="113" y="1"/>
                    <a:pt x="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539752" y="1787500"/>
              <a:ext cx="21140" cy="20311"/>
            </a:xfrm>
            <a:custGeom>
              <a:avLst/>
              <a:gdLst/>
              <a:ahLst/>
              <a:cxnLst/>
              <a:rect l="l" t="t" r="r" b="b"/>
              <a:pathLst>
                <a:path w="153" h="147" extrusionOk="0">
                  <a:moveTo>
                    <a:pt x="73" y="1"/>
                  </a:moveTo>
                  <a:cubicBezTo>
                    <a:pt x="36" y="1"/>
                    <a:pt x="1" y="30"/>
                    <a:pt x="1" y="74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604969" y="1852994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4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4"/>
                    <a:pt x="73" y="144"/>
                  </a:cubicBezTo>
                  <a:cubicBezTo>
                    <a:pt x="91" y="144"/>
                    <a:pt x="109" y="138"/>
                    <a:pt x="124" y="123"/>
                  </a:cubicBezTo>
                  <a:cubicBezTo>
                    <a:pt x="153" y="96"/>
                    <a:pt x="153" y="49"/>
                    <a:pt x="124" y="21"/>
                  </a:cubicBezTo>
                  <a:cubicBezTo>
                    <a:pt x="109" y="7"/>
                    <a:pt x="91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670187" y="1918211"/>
              <a:ext cx="20173" cy="20035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3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1"/>
                    <a:pt x="33" y="145"/>
                    <a:pt x="73" y="145"/>
                  </a:cubicBezTo>
                  <a:cubicBezTo>
                    <a:pt x="113" y="145"/>
                    <a:pt x="146" y="111"/>
                    <a:pt x="146" y="72"/>
                  </a:cubicBezTo>
                  <a:cubicBezTo>
                    <a:pt x="146" y="32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28"/>
          <p:cNvGrpSpPr/>
          <p:nvPr/>
        </p:nvGrpSpPr>
        <p:grpSpPr>
          <a:xfrm>
            <a:off x="450425" y="4608500"/>
            <a:ext cx="264675" cy="222000"/>
            <a:chOff x="1858425" y="4612725"/>
            <a:chExt cx="264675" cy="222000"/>
          </a:xfrm>
        </p:grpSpPr>
        <p:cxnSp>
          <p:nvCxnSpPr>
            <p:cNvPr id="532" name="Google Shape;532;p28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28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4" name="Google Shape;534;p28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28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4">
    <p:bg>
      <p:bgPr>
        <a:solidFill>
          <a:schemeClr val="dk1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9"/>
          <p:cNvSpPr txBox="1">
            <a:spLocks noGrp="1"/>
          </p:cNvSpPr>
          <p:nvPr>
            <p:ph type="subTitle" idx="1"/>
          </p:nvPr>
        </p:nvSpPr>
        <p:spPr>
          <a:xfrm>
            <a:off x="1256025" y="2749101"/>
            <a:ext cx="2151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38" name="Google Shape;538;p29"/>
          <p:cNvSpPr txBox="1">
            <a:spLocks noGrp="1"/>
          </p:cNvSpPr>
          <p:nvPr>
            <p:ph type="subTitle" idx="2"/>
          </p:nvPr>
        </p:nvSpPr>
        <p:spPr>
          <a:xfrm>
            <a:off x="3504013" y="2749101"/>
            <a:ext cx="2151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39" name="Google Shape;539;p29"/>
          <p:cNvSpPr txBox="1">
            <a:spLocks noGrp="1"/>
          </p:cNvSpPr>
          <p:nvPr>
            <p:ph type="subTitle" idx="3"/>
          </p:nvPr>
        </p:nvSpPr>
        <p:spPr>
          <a:xfrm>
            <a:off x="5752000" y="2749101"/>
            <a:ext cx="2151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○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■"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40" name="Google Shape;540;p29"/>
          <p:cNvSpPr txBox="1">
            <a:spLocks noGrp="1"/>
          </p:cNvSpPr>
          <p:nvPr>
            <p:ph type="subTitle" idx="4"/>
          </p:nvPr>
        </p:nvSpPr>
        <p:spPr>
          <a:xfrm>
            <a:off x="1443075" y="2373700"/>
            <a:ext cx="1776900" cy="4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41" name="Google Shape;541;p29"/>
          <p:cNvSpPr txBox="1">
            <a:spLocks noGrp="1"/>
          </p:cNvSpPr>
          <p:nvPr>
            <p:ph type="subTitle" idx="5"/>
          </p:nvPr>
        </p:nvSpPr>
        <p:spPr>
          <a:xfrm>
            <a:off x="3671608" y="2373700"/>
            <a:ext cx="1776900" cy="4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42" name="Google Shape;542;p29"/>
          <p:cNvSpPr txBox="1">
            <a:spLocks noGrp="1"/>
          </p:cNvSpPr>
          <p:nvPr>
            <p:ph type="subTitle" idx="6"/>
          </p:nvPr>
        </p:nvSpPr>
        <p:spPr>
          <a:xfrm>
            <a:off x="5957575" y="2373700"/>
            <a:ext cx="1776900" cy="4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43" name="Google Shape;543;p29"/>
          <p:cNvSpPr txBox="1">
            <a:spLocks noGrp="1"/>
          </p:cNvSpPr>
          <p:nvPr>
            <p:ph type="title"/>
          </p:nvPr>
        </p:nvSpPr>
        <p:spPr>
          <a:xfrm>
            <a:off x="715100" y="445295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29"/>
          <p:cNvSpPr txBox="1">
            <a:spLocks noGrp="1"/>
          </p:cNvSpPr>
          <p:nvPr>
            <p:ph type="subTitle" idx="7"/>
          </p:nvPr>
        </p:nvSpPr>
        <p:spPr>
          <a:xfrm>
            <a:off x="1319300" y="3607500"/>
            <a:ext cx="1981500" cy="387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25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45" name="Google Shape;545;p29"/>
          <p:cNvSpPr txBox="1">
            <a:spLocks noGrp="1"/>
          </p:cNvSpPr>
          <p:nvPr>
            <p:ph type="subTitle" idx="8"/>
          </p:nvPr>
        </p:nvSpPr>
        <p:spPr>
          <a:xfrm>
            <a:off x="3579650" y="3607500"/>
            <a:ext cx="1981500" cy="387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25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46" name="Google Shape;546;p29"/>
          <p:cNvSpPr txBox="1">
            <a:spLocks noGrp="1"/>
          </p:cNvSpPr>
          <p:nvPr>
            <p:ph type="subTitle" idx="9"/>
          </p:nvPr>
        </p:nvSpPr>
        <p:spPr>
          <a:xfrm>
            <a:off x="5843175" y="3607500"/>
            <a:ext cx="1981500" cy="387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25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52" name="Google Shape;552;p29"/>
          <p:cNvSpPr/>
          <p:nvPr/>
        </p:nvSpPr>
        <p:spPr>
          <a:xfrm rot="828697">
            <a:off x="-165890" y="2620554"/>
            <a:ext cx="11932417" cy="605900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29"/>
          <p:cNvGrpSpPr/>
          <p:nvPr/>
        </p:nvGrpSpPr>
        <p:grpSpPr>
          <a:xfrm rot="5400000">
            <a:off x="7691340" y="1363421"/>
            <a:ext cx="2148655" cy="84630"/>
            <a:chOff x="1593183" y="4904561"/>
            <a:chExt cx="3994524" cy="157335"/>
          </a:xfrm>
        </p:grpSpPr>
        <p:sp>
          <p:nvSpPr>
            <p:cNvPr id="554" name="Google Shape;554;p29"/>
            <p:cNvSpPr/>
            <p:nvPr/>
          </p:nvSpPr>
          <p:spPr>
            <a:xfrm>
              <a:off x="1593183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2137981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2682123" y="4904561"/>
              <a:ext cx="182908" cy="157335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3225610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3769752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4313894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4858691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5403489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29"/>
          <p:cNvGrpSpPr/>
          <p:nvPr/>
        </p:nvGrpSpPr>
        <p:grpSpPr>
          <a:xfrm rot="5400000">
            <a:off x="227407" y="4039359"/>
            <a:ext cx="442959" cy="147424"/>
            <a:chOff x="7749438" y="2914107"/>
            <a:chExt cx="268818" cy="89462"/>
          </a:xfrm>
        </p:grpSpPr>
        <p:sp>
          <p:nvSpPr>
            <p:cNvPr id="563" name="Google Shape;563;p29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2_2">
    <p:bg>
      <p:bgPr>
        <a:solidFill>
          <a:schemeClr val="dk1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0"/>
          <p:cNvSpPr txBox="1">
            <a:spLocks noGrp="1"/>
          </p:cNvSpPr>
          <p:nvPr>
            <p:ph type="subTitle" idx="1"/>
          </p:nvPr>
        </p:nvSpPr>
        <p:spPr>
          <a:xfrm>
            <a:off x="1173087" y="2759523"/>
            <a:ext cx="1992900" cy="915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69" name="Google Shape;569;p30"/>
          <p:cNvSpPr txBox="1">
            <a:spLocks noGrp="1"/>
          </p:cNvSpPr>
          <p:nvPr>
            <p:ph type="subTitle" idx="2"/>
          </p:nvPr>
        </p:nvSpPr>
        <p:spPr>
          <a:xfrm>
            <a:off x="3621563" y="277202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70" name="Google Shape;570;p30"/>
          <p:cNvSpPr txBox="1">
            <a:spLocks noGrp="1"/>
          </p:cNvSpPr>
          <p:nvPr>
            <p:ph type="subTitle" idx="3"/>
          </p:nvPr>
        </p:nvSpPr>
        <p:spPr>
          <a:xfrm>
            <a:off x="5977410" y="2759513"/>
            <a:ext cx="1993500" cy="915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71" name="Google Shape;571;p30"/>
          <p:cNvSpPr txBox="1">
            <a:spLocks noGrp="1"/>
          </p:cNvSpPr>
          <p:nvPr>
            <p:ph type="subTitle" idx="4"/>
          </p:nvPr>
        </p:nvSpPr>
        <p:spPr>
          <a:xfrm>
            <a:off x="4878225" y="277202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72" name="Google Shape;572;p30"/>
          <p:cNvSpPr txBox="1">
            <a:spLocks noGrp="1"/>
          </p:cNvSpPr>
          <p:nvPr>
            <p:ph type="subTitle" idx="5"/>
          </p:nvPr>
        </p:nvSpPr>
        <p:spPr>
          <a:xfrm>
            <a:off x="1173087" y="1469125"/>
            <a:ext cx="1995600" cy="9144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73" name="Google Shape;573;p30"/>
          <p:cNvSpPr txBox="1">
            <a:spLocks noGrp="1"/>
          </p:cNvSpPr>
          <p:nvPr>
            <p:ph type="subTitle" idx="6"/>
          </p:nvPr>
        </p:nvSpPr>
        <p:spPr>
          <a:xfrm>
            <a:off x="3621563" y="173871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74" name="Google Shape;574;p30"/>
          <p:cNvSpPr txBox="1">
            <a:spLocks noGrp="1"/>
          </p:cNvSpPr>
          <p:nvPr>
            <p:ph type="subTitle" idx="7"/>
          </p:nvPr>
        </p:nvSpPr>
        <p:spPr>
          <a:xfrm>
            <a:off x="5970988" y="1468669"/>
            <a:ext cx="1993500" cy="9153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575" name="Google Shape;575;p30"/>
          <p:cNvSpPr txBox="1">
            <a:spLocks noGrp="1"/>
          </p:cNvSpPr>
          <p:nvPr>
            <p:ph type="subTitle" idx="8"/>
          </p:nvPr>
        </p:nvSpPr>
        <p:spPr>
          <a:xfrm>
            <a:off x="4878225" y="173871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576" name="Google Shape;576;p30"/>
          <p:cNvSpPr txBox="1">
            <a:spLocks noGrp="1"/>
          </p:cNvSpPr>
          <p:nvPr>
            <p:ph type="title"/>
          </p:nvPr>
        </p:nvSpPr>
        <p:spPr>
          <a:xfrm>
            <a:off x="715100" y="444455"/>
            <a:ext cx="73152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30"/>
          <p:cNvSpPr/>
          <p:nvPr/>
        </p:nvSpPr>
        <p:spPr>
          <a:xfrm rot="-828697" flipH="1">
            <a:off x="-1823240" y="2302904"/>
            <a:ext cx="11932417" cy="605900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8" name="Google Shape;578;p30"/>
          <p:cNvGrpSpPr/>
          <p:nvPr/>
        </p:nvGrpSpPr>
        <p:grpSpPr>
          <a:xfrm rot="5400000">
            <a:off x="7691340" y="1363421"/>
            <a:ext cx="2148655" cy="84630"/>
            <a:chOff x="1593183" y="4904561"/>
            <a:chExt cx="3994524" cy="157335"/>
          </a:xfrm>
        </p:grpSpPr>
        <p:sp>
          <p:nvSpPr>
            <p:cNvPr id="579" name="Google Shape;579;p30"/>
            <p:cNvSpPr/>
            <p:nvPr/>
          </p:nvSpPr>
          <p:spPr>
            <a:xfrm>
              <a:off x="1593183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2137981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2682123" y="4904561"/>
              <a:ext cx="182908" cy="157335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3225610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3769752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4313894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4858691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5403489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" name="Google Shape;587;p30"/>
          <p:cNvGrpSpPr/>
          <p:nvPr/>
        </p:nvGrpSpPr>
        <p:grpSpPr>
          <a:xfrm>
            <a:off x="2868450" y="4386500"/>
            <a:ext cx="264675" cy="222000"/>
            <a:chOff x="1858425" y="4612725"/>
            <a:chExt cx="264675" cy="222000"/>
          </a:xfrm>
        </p:grpSpPr>
        <p:cxnSp>
          <p:nvCxnSpPr>
            <p:cNvPr id="588" name="Google Shape;588;p30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9" name="Google Shape;589;p30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0" name="Google Shape;590;p30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" name="Google Shape;591;p30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_ONLY_1_1_1">
    <p:bg>
      <p:bgPr>
        <a:solidFill>
          <a:schemeClr val="dk1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1"/>
          <p:cNvSpPr txBox="1">
            <a:spLocks noGrp="1"/>
          </p:cNvSpPr>
          <p:nvPr>
            <p:ph type="title"/>
          </p:nvPr>
        </p:nvSpPr>
        <p:spPr>
          <a:xfrm>
            <a:off x="715100" y="441755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31"/>
          <p:cNvSpPr txBox="1">
            <a:spLocks noGrp="1"/>
          </p:cNvSpPr>
          <p:nvPr>
            <p:ph type="subTitle" idx="1"/>
          </p:nvPr>
        </p:nvSpPr>
        <p:spPr>
          <a:xfrm>
            <a:off x="958092" y="2392075"/>
            <a:ext cx="17373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5" name="Google Shape;595;p31"/>
          <p:cNvSpPr txBox="1">
            <a:spLocks noGrp="1"/>
          </p:cNvSpPr>
          <p:nvPr>
            <p:ph type="subTitle" idx="2"/>
          </p:nvPr>
        </p:nvSpPr>
        <p:spPr>
          <a:xfrm>
            <a:off x="2788266" y="2392075"/>
            <a:ext cx="17373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6" name="Google Shape;596;p31"/>
          <p:cNvSpPr txBox="1">
            <a:spLocks noGrp="1"/>
          </p:cNvSpPr>
          <p:nvPr>
            <p:ph type="subTitle" idx="3"/>
          </p:nvPr>
        </p:nvSpPr>
        <p:spPr>
          <a:xfrm>
            <a:off x="4618441" y="2392075"/>
            <a:ext cx="17373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7" name="Google Shape;597;p31"/>
          <p:cNvSpPr txBox="1">
            <a:spLocks noGrp="1"/>
          </p:cNvSpPr>
          <p:nvPr>
            <p:ph type="subTitle" idx="4"/>
          </p:nvPr>
        </p:nvSpPr>
        <p:spPr>
          <a:xfrm>
            <a:off x="6448617" y="2392075"/>
            <a:ext cx="17373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8" name="Google Shape;598;p31"/>
          <p:cNvSpPr txBox="1">
            <a:spLocks noGrp="1"/>
          </p:cNvSpPr>
          <p:nvPr>
            <p:ph type="subTitle" idx="5"/>
          </p:nvPr>
        </p:nvSpPr>
        <p:spPr>
          <a:xfrm>
            <a:off x="958088" y="2766249"/>
            <a:ext cx="1737300" cy="10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1"/>
          <p:cNvSpPr txBox="1">
            <a:spLocks noGrp="1"/>
          </p:cNvSpPr>
          <p:nvPr>
            <p:ph type="subTitle" idx="6"/>
          </p:nvPr>
        </p:nvSpPr>
        <p:spPr>
          <a:xfrm>
            <a:off x="2788262" y="2775952"/>
            <a:ext cx="1737300" cy="10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31"/>
          <p:cNvSpPr txBox="1">
            <a:spLocks noGrp="1"/>
          </p:cNvSpPr>
          <p:nvPr>
            <p:ph type="subTitle" idx="7"/>
          </p:nvPr>
        </p:nvSpPr>
        <p:spPr>
          <a:xfrm>
            <a:off x="4618437" y="2775952"/>
            <a:ext cx="1737300" cy="10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31"/>
          <p:cNvSpPr txBox="1">
            <a:spLocks noGrp="1"/>
          </p:cNvSpPr>
          <p:nvPr>
            <p:ph type="subTitle" idx="8"/>
          </p:nvPr>
        </p:nvSpPr>
        <p:spPr>
          <a:xfrm>
            <a:off x="6448612" y="2775952"/>
            <a:ext cx="1737300" cy="101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31"/>
          <p:cNvSpPr/>
          <p:nvPr/>
        </p:nvSpPr>
        <p:spPr>
          <a:xfrm rot="828697">
            <a:off x="-70640" y="2220192"/>
            <a:ext cx="11932417" cy="605900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3" name="Google Shape;603;p31"/>
          <p:cNvGrpSpPr/>
          <p:nvPr/>
        </p:nvGrpSpPr>
        <p:grpSpPr>
          <a:xfrm rot="2700000">
            <a:off x="7726729" y="89619"/>
            <a:ext cx="1300150" cy="1298472"/>
            <a:chOff x="344100" y="1296850"/>
            <a:chExt cx="642225" cy="641396"/>
          </a:xfrm>
        </p:grpSpPr>
        <p:sp>
          <p:nvSpPr>
            <p:cNvPr id="604" name="Google Shape;604;p31"/>
            <p:cNvSpPr/>
            <p:nvPr/>
          </p:nvSpPr>
          <p:spPr>
            <a:xfrm>
              <a:off x="639236" y="1296850"/>
              <a:ext cx="21002" cy="20035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3" y="124"/>
                  </a:cubicBezTo>
                  <a:cubicBezTo>
                    <a:pt x="152" y="96"/>
                    <a:pt x="152" y="50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704453" y="1362067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0" y="30"/>
                    <a:pt x="0" y="72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3" y="124"/>
                  </a:cubicBezTo>
                  <a:cubicBezTo>
                    <a:pt x="152" y="96"/>
                    <a:pt x="152" y="50"/>
                    <a:pt x="123" y="22"/>
                  </a:cubicBezTo>
                  <a:cubicBezTo>
                    <a:pt x="109" y="8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769671" y="1427285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2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2" y="95"/>
                    <a:pt x="152" y="50"/>
                    <a:pt x="124" y="22"/>
                  </a:cubicBezTo>
                  <a:cubicBezTo>
                    <a:pt x="109" y="7"/>
                    <a:pt x="90" y="0"/>
                    <a:pt x="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834888" y="1492502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5"/>
                    <a:pt x="73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2" y="95"/>
                    <a:pt x="152" y="50"/>
                    <a:pt x="124" y="22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900105" y="1557719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3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5"/>
                    <a:pt x="73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1" y="95"/>
                    <a:pt x="151" y="50"/>
                    <a:pt x="124" y="21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965323" y="1622937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4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7"/>
                    <a:pt x="36" y="146"/>
                    <a:pt x="74" y="146"/>
                  </a:cubicBezTo>
                  <a:cubicBezTo>
                    <a:pt x="91" y="146"/>
                    <a:pt x="109" y="139"/>
                    <a:pt x="124" y="124"/>
                  </a:cubicBezTo>
                  <a:cubicBezTo>
                    <a:pt x="151" y="96"/>
                    <a:pt x="151" y="50"/>
                    <a:pt x="124" y="21"/>
                  </a:cubicBezTo>
                  <a:cubicBezTo>
                    <a:pt x="109" y="7"/>
                    <a:pt x="91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580237" y="1355850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1" y="29"/>
                    <a:pt x="1" y="73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2" y="96"/>
                    <a:pt x="152" y="50"/>
                    <a:pt x="124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645454" y="1421067"/>
              <a:ext cx="20173" cy="20173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2" y="0"/>
                  </a:moveTo>
                  <a:cubicBezTo>
                    <a:pt x="33" y="0"/>
                    <a:pt x="1" y="33"/>
                    <a:pt x="1" y="73"/>
                  </a:cubicBezTo>
                  <a:cubicBezTo>
                    <a:pt x="1" y="113"/>
                    <a:pt x="33" y="145"/>
                    <a:pt x="72" y="145"/>
                  </a:cubicBezTo>
                  <a:cubicBezTo>
                    <a:pt x="112" y="145"/>
                    <a:pt x="145" y="113"/>
                    <a:pt x="145" y="73"/>
                  </a:cubicBezTo>
                  <a:cubicBezTo>
                    <a:pt x="145" y="33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710533" y="1486284"/>
              <a:ext cx="21140" cy="20311"/>
            </a:xfrm>
            <a:custGeom>
              <a:avLst/>
              <a:gdLst/>
              <a:ahLst/>
              <a:cxnLst/>
              <a:rect l="l" t="t" r="r" b="b"/>
              <a:pathLst>
                <a:path w="153" h="147" extrusionOk="0">
                  <a:moveTo>
                    <a:pt x="73" y="1"/>
                  </a:moveTo>
                  <a:cubicBezTo>
                    <a:pt x="36" y="1"/>
                    <a:pt x="1" y="30"/>
                    <a:pt x="1" y="73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775750" y="1551502"/>
              <a:ext cx="20173" cy="20173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4" y="1"/>
                  </a:moveTo>
                  <a:cubicBezTo>
                    <a:pt x="33" y="1"/>
                    <a:pt x="1" y="33"/>
                    <a:pt x="1" y="74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840968" y="1616857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4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4"/>
                    <a:pt x="74" y="144"/>
                  </a:cubicBezTo>
                  <a:cubicBezTo>
                    <a:pt x="92" y="144"/>
                    <a:pt x="110" y="138"/>
                    <a:pt x="125" y="123"/>
                  </a:cubicBezTo>
                  <a:cubicBezTo>
                    <a:pt x="153" y="95"/>
                    <a:pt x="153" y="49"/>
                    <a:pt x="125" y="21"/>
                  </a:cubicBezTo>
                  <a:cubicBezTo>
                    <a:pt x="110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906185" y="1682074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3" y="0"/>
                  </a:moveTo>
                  <a:cubicBezTo>
                    <a:pt x="36" y="0"/>
                    <a:pt x="1" y="29"/>
                    <a:pt x="1" y="72"/>
                  </a:cubicBezTo>
                  <a:cubicBezTo>
                    <a:pt x="1" y="115"/>
                    <a:pt x="37" y="144"/>
                    <a:pt x="74" y="144"/>
                  </a:cubicBezTo>
                  <a:cubicBezTo>
                    <a:pt x="91" y="144"/>
                    <a:pt x="109" y="138"/>
                    <a:pt x="124" y="123"/>
                  </a:cubicBezTo>
                  <a:cubicBezTo>
                    <a:pt x="153" y="95"/>
                    <a:pt x="153" y="49"/>
                    <a:pt x="124" y="21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521099" y="1414849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1" y="29"/>
                    <a:pt x="1" y="73"/>
                  </a:cubicBezTo>
                  <a:cubicBezTo>
                    <a:pt x="1" y="117"/>
                    <a:pt x="36" y="146"/>
                    <a:pt x="74" y="146"/>
                  </a:cubicBezTo>
                  <a:cubicBezTo>
                    <a:pt x="92" y="146"/>
                    <a:pt x="110" y="139"/>
                    <a:pt x="125" y="124"/>
                  </a:cubicBezTo>
                  <a:cubicBezTo>
                    <a:pt x="152" y="97"/>
                    <a:pt x="152" y="50"/>
                    <a:pt x="125" y="23"/>
                  </a:cubicBezTo>
                  <a:cubicBezTo>
                    <a:pt x="110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586316" y="1480067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4"/>
                  </a:cubicBezTo>
                  <a:cubicBezTo>
                    <a:pt x="153" y="96"/>
                    <a:pt x="153" y="50"/>
                    <a:pt x="124" y="22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651533" y="1545284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4" y="1"/>
                  </a:moveTo>
                  <a:cubicBezTo>
                    <a:pt x="36" y="1"/>
                    <a:pt x="1" y="29"/>
                    <a:pt x="1" y="73"/>
                  </a:cubicBezTo>
                  <a:cubicBezTo>
                    <a:pt x="1" y="117"/>
                    <a:pt x="36" y="146"/>
                    <a:pt x="74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3" y="96"/>
                    <a:pt x="153" y="50"/>
                    <a:pt x="124" y="22"/>
                  </a:cubicBezTo>
                  <a:cubicBezTo>
                    <a:pt x="109" y="7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716751" y="1610501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4" y="1"/>
                  </a:moveTo>
                  <a:cubicBezTo>
                    <a:pt x="37" y="1"/>
                    <a:pt x="1" y="30"/>
                    <a:pt x="1" y="73"/>
                  </a:cubicBezTo>
                  <a:cubicBezTo>
                    <a:pt x="1" y="117"/>
                    <a:pt x="37" y="146"/>
                    <a:pt x="74" y="146"/>
                  </a:cubicBezTo>
                  <a:cubicBezTo>
                    <a:pt x="91" y="146"/>
                    <a:pt x="109" y="139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7"/>
                    <a:pt x="91" y="1"/>
                    <a:pt x="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782106" y="1675719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3" y="125"/>
                  </a:cubicBezTo>
                  <a:cubicBezTo>
                    <a:pt x="152" y="96"/>
                    <a:pt x="152" y="51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847324" y="1740936"/>
              <a:ext cx="21002" cy="20311"/>
            </a:xfrm>
            <a:custGeom>
              <a:avLst/>
              <a:gdLst/>
              <a:ahLst/>
              <a:cxnLst/>
              <a:rect l="l" t="t" r="r" b="b"/>
              <a:pathLst>
                <a:path w="152" h="147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3" y="125"/>
                  </a:cubicBezTo>
                  <a:cubicBezTo>
                    <a:pt x="152" y="96"/>
                    <a:pt x="152" y="51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62099" y="1473987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4" y="0"/>
                  </a:moveTo>
                  <a:cubicBezTo>
                    <a:pt x="37" y="0"/>
                    <a:pt x="1" y="29"/>
                    <a:pt x="1" y="73"/>
                  </a:cubicBezTo>
                  <a:cubicBezTo>
                    <a:pt x="1" y="116"/>
                    <a:pt x="37" y="145"/>
                    <a:pt x="74" y="145"/>
                  </a:cubicBezTo>
                  <a:cubicBezTo>
                    <a:pt x="91" y="145"/>
                    <a:pt x="109" y="139"/>
                    <a:pt x="124" y="124"/>
                  </a:cubicBezTo>
                  <a:cubicBezTo>
                    <a:pt x="153" y="95"/>
                    <a:pt x="153" y="49"/>
                    <a:pt x="124" y="21"/>
                  </a:cubicBezTo>
                  <a:cubicBezTo>
                    <a:pt x="109" y="7"/>
                    <a:pt x="91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527455" y="1539204"/>
              <a:ext cx="21002" cy="20035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73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6"/>
                    <a:pt x="36" y="144"/>
                    <a:pt x="73" y="144"/>
                  </a:cubicBezTo>
                  <a:cubicBezTo>
                    <a:pt x="90" y="144"/>
                    <a:pt x="108" y="138"/>
                    <a:pt x="123" y="123"/>
                  </a:cubicBezTo>
                  <a:cubicBezTo>
                    <a:pt x="152" y="96"/>
                    <a:pt x="152" y="49"/>
                    <a:pt x="123" y="22"/>
                  </a:cubicBezTo>
                  <a:cubicBezTo>
                    <a:pt x="108" y="7"/>
                    <a:pt x="90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592672" y="1604422"/>
              <a:ext cx="21002" cy="20035"/>
            </a:xfrm>
            <a:custGeom>
              <a:avLst/>
              <a:gdLst/>
              <a:ahLst/>
              <a:cxnLst/>
              <a:rect l="l" t="t" r="r" b="b"/>
              <a:pathLst>
                <a:path w="152" h="145" extrusionOk="0">
                  <a:moveTo>
                    <a:pt x="73" y="0"/>
                  </a:moveTo>
                  <a:cubicBezTo>
                    <a:pt x="36" y="0"/>
                    <a:pt x="0" y="29"/>
                    <a:pt x="0" y="72"/>
                  </a:cubicBezTo>
                  <a:cubicBezTo>
                    <a:pt x="0" y="116"/>
                    <a:pt x="36" y="144"/>
                    <a:pt x="73" y="144"/>
                  </a:cubicBezTo>
                  <a:cubicBezTo>
                    <a:pt x="91" y="144"/>
                    <a:pt x="109" y="138"/>
                    <a:pt x="123" y="123"/>
                  </a:cubicBezTo>
                  <a:cubicBezTo>
                    <a:pt x="152" y="96"/>
                    <a:pt x="152" y="49"/>
                    <a:pt x="123" y="22"/>
                  </a:cubicBezTo>
                  <a:cubicBezTo>
                    <a:pt x="109" y="7"/>
                    <a:pt x="90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657889" y="1669501"/>
              <a:ext cx="20864" cy="20173"/>
            </a:xfrm>
            <a:custGeom>
              <a:avLst/>
              <a:gdLst/>
              <a:ahLst/>
              <a:cxnLst/>
              <a:rect l="l" t="t" r="r" b="b"/>
              <a:pathLst>
                <a:path w="151" h="146" extrusionOk="0">
                  <a:moveTo>
                    <a:pt x="72" y="1"/>
                  </a:moveTo>
                  <a:cubicBezTo>
                    <a:pt x="35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3" y="124"/>
                  </a:cubicBezTo>
                  <a:cubicBezTo>
                    <a:pt x="151" y="96"/>
                    <a:pt x="151" y="50"/>
                    <a:pt x="123" y="23"/>
                  </a:cubicBezTo>
                  <a:cubicBezTo>
                    <a:pt x="109" y="8"/>
                    <a:pt x="90" y="1"/>
                    <a:pt x="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722969" y="1734718"/>
              <a:ext cx="21002" cy="20173"/>
            </a:xfrm>
            <a:custGeom>
              <a:avLst/>
              <a:gdLst/>
              <a:ahLst/>
              <a:cxnLst/>
              <a:rect l="l" t="t" r="r" b="b"/>
              <a:pathLst>
                <a:path w="152" h="146" extrusionOk="0">
                  <a:moveTo>
                    <a:pt x="72" y="1"/>
                  </a:moveTo>
                  <a:cubicBezTo>
                    <a:pt x="35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3" y="124"/>
                  </a:cubicBezTo>
                  <a:cubicBezTo>
                    <a:pt x="152" y="97"/>
                    <a:pt x="152" y="50"/>
                    <a:pt x="123" y="23"/>
                  </a:cubicBezTo>
                  <a:cubicBezTo>
                    <a:pt x="108" y="8"/>
                    <a:pt x="90" y="1"/>
                    <a:pt x="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788186" y="1799935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1"/>
                  </a:moveTo>
                  <a:cubicBezTo>
                    <a:pt x="36" y="1"/>
                    <a:pt x="0" y="29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10" y="139"/>
                    <a:pt x="125" y="125"/>
                  </a:cubicBezTo>
                  <a:cubicBezTo>
                    <a:pt x="152" y="96"/>
                    <a:pt x="152" y="50"/>
                    <a:pt x="125" y="22"/>
                  </a:cubicBezTo>
                  <a:cubicBezTo>
                    <a:pt x="110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03238" y="1532848"/>
              <a:ext cx="20864" cy="20311"/>
            </a:xfrm>
            <a:custGeom>
              <a:avLst/>
              <a:gdLst/>
              <a:ahLst/>
              <a:cxnLst/>
              <a:rect l="l" t="t" r="r" b="b"/>
              <a:pathLst>
                <a:path w="151" h="147" extrusionOk="0">
                  <a:moveTo>
                    <a:pt x="73" y="1"/>
                  </a:moveTo>
                  <a:cubicBezTo>
                    <a:pt x="36" y="1"/>
                    <a:pt x="0" y="30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3" y="125"/>
                  </a:cubicBezTo>
                  <a:cubicBezTo>
                    <a:pt x="151" y="96"/>
                    <a:pt x="151" y="51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68317" y="1598066"/>
              <a:ext cx="21002" cy="20311"/>
            </a:xfrm>
            <a:custGeom>
              <a:avLst/>
              <a:gdLst/>
              <a:ahLst/>
              <a:cxnLst/>
              <a:rect l="l" t="t" r="r" b="b"/>
              <a:pathLst>
                <a:path w="152" h="147" extrusionOk="0">
                  <a:moveTo>
                    <a:pt x="73" y="1"/>
                  </a:moveTo>
                  <a:cubicBezTo>
                    <a:pt x="36" y="1"/>
                    <a:pt x="0" y="30"/>
                    <a:pt x="0" y="74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8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533534" y="1663283"/>
              <a:ext cx="20035" cy="20173"/>
            </a:xfrm>
            <a:custGeom>
              <a:avLst/>
              <a:gdLst/>
              <a:ahLst/>
              <a:cxnLst/>
              <a:rect l="l" t="t" r="r" b="b"/>
              <a:pathLst>
                <a:path w="145" h="146" extrusionOk="0">
                  <a:moveTo>
                    <a:pt x="73" y="1"/>
                  </a:moveTo>
                  <a:cubicBezTo>
                    <a:pt x="33" y="1"/>
                    <a:pt x="0" y="33"/>
                    <a:pt x="0" y="74"/>
                  </a:cubicBezTo>
                  <a:cubicBezTo>
                    <a:pt x="0" y="113"/>
                    <a:pt x="33" y="145"/>
                    <a:pt x="73" y="145"/>
                  </a:cubicBezTo>
                  <a:cubicBezTo>
                    <a:pt x="113" y="145"/>
                    <a:pt x="145" y="113"/>
                    <a:pt x="145" y="74"/>
                  </a:cubicBezTo>
                  <a:cubicBezTo>
                    <a:pt x="145" y="33"/>
                    <a:pt x="113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598752" y="1728639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7"/>
                    <a:pt x="36" y="145"/>
                    <a:pt x="73" y="145"/>
                  </a:cubicBezTo>
                  <a:cubicBezTo>
                    <a:pt x="91" y="145"/>
                    <a:pt x="110" y="139"/>
                    <a:pt x="125" y="124"/>
                  </a:cubicBezTo>
                  <a:cubicBezTo>
                    <a:pt x="152" y="96"/>
                    <a:pt x="152" y="50"/>
                    <a:pt x="125" y="21"/>
                  </a:cubicBezTo>
                  <a:cubicBezTo>
                    <a:pt x="110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663969" y="1793856"/>
              <a:ext cx="21140" cy="20173"/>
            </a:xfrm>
            <a:custGeom>
              <a:avLst/>
              <a:gdLst/>
              <a:ahLst/>
              <a:cxnLst/>
              <a:rect l="l" t="t" r="r" b="b"/>
              <a:pathLst>
                <a:path w="153" h="146" extrusionOk="0">
                  <a:moveTo>
                    <a:pt x="73" y="0"/>
                  </a:moveTo>
                  <a:cubicBezTo>
                    <a:pt x="36" y="0"/>
                    <a:pt x="0" y="29"/>
                    <a:pt x="0" y="73"/>
                  </a:cubicBezTo>
                  <a:cubicBezTo>
                    <a:pt x="0" y="117"/>
                    <a:pt x="36" y="146"/>
                    <a:pt x="73" y="146"/>
                  </a:cubicBezTo>
                  <a:cubicBezTo>
                    <a:pt x="91" y="146"/>
                    <a:pt x="109" y="139"/>
                    <a:pt x="124" y="124"/>
                  </a:cubicBezTo>
                  <a:cubicBezTo>
                    <a:pt x="152" y="96"/>
                    <a:pt x="152" y="49"/>
                    <a:pt x="124" y="22"/>
                  </a:cubicBezTo>
                  <a:cubicBezTo>
                    <a:pt x="109" y="7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729186" y="1859073"/>
              <a:ext cx="20173" cy="20035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4" y="0"/>
                  </a:moveTo>
                  <a:cubicBezTo>
                    <a:pt x="33" y="0"/>
                    <a:pt x="1" y="32"/>
                    <a:pt x="1" y="73"/>
                  </a:cubicBezTo>
                  <a:cubicBezTo>
                    <a:pt x="1" y="113"/>
                    <a:pt x="33" y="145"/>
                    <a:pt x="74" y="145"/>
                  </a:cubicBezTo>
                  <a:cubicBezTo>
                    <a:pt x="113" y="145"/>
                    <a:pt x="145" y="113"/>
                    <a:pt x="145" y="73"/>
                  </a:cubicBezTo>
                  <a:cubicBezTo>
                    <a:pt x="145" y="32"/>
                    <a:pt x="113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344100" y="1591986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3" y="1"/>
                  </a:moveTo>
                  <a:cubicBezTo>
                    <a:pt x="36" y="1"/>
                    <a:pt x="0" y="29"/>
                    <a:pt x="0" y="72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3" y="124"/>
                  </a:cubicBezTo>
                  <a:cubicBezTo>
                    <a:pt x="152" y="96"/>
                    <a:pt x="152" y="49"/>
                    <a:pt x="123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09317" y="1657203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2" y="0"/>
                  </a:moveTo>
                  <a:cubicBezTo>
                    <a:pt x="36" y="0"/>
                    <a:pt x="0" y="29"/>
                    <a:pt x="0" y="72"/>
                  </a:cubicBezTo>
                  <a:cubicBezTo>
                    <a:pt x="0" y="116"/>
                    <a:pt x="36" y="145"/>
                    <a:pt x="73" y="145"/>
                  </a:cubicBezTo>
                  <a:cubicBezTo>
                    <a:pt x="91" y="145"/>
                    <a:pt x="109" y="138"/>
                    <a:pt x="124" y="124"/>
                  </a:cubicBezTo>
                  <a:cubicBezTo>
                    <a:pt x="152" y="96"/>
                    <a:pt x="152" y="50"/>
                    <a:pt x="124" y="22"/>
                  </a:cubicBezTo>
                  <a:cubicBezTo>
                    <a:pt x="109" y="7"/>
                    <a:pt x="90" y="0"/>
                    <a:pt x="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74535" y="1722421"/>
              <a:ext cx="20173" cy="20173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72" y="1"/>
                  </a:moveTo>
                  <a:cubicBezTo>
                    <a:pt x="33" y="1"/>
                    <a:pt x="1" y="33"/>
                    <a:pt x="1" y="72"/>
                  </a:cubicBezTo>
                  <a:cubicBezTo>
                    <a:pt x="1" y="113"/>
                    <a:pt x="33" y="145"/>
                    <a:pt x="72" y="145"/>
                  </a:cubicBezTo>
                  <a:cubicBezTo>
                    <a:pt x="113" y="145"/>
                    <a:pt x="145" y="113"/>
                    <a:pt x="145" y="72"/>
                  </a:cubicBezTo>
                  <a:cubicBezTo>
                    <a:pt x="145" y="33"/>
                    <a:pt x="113" y="1"/>
                    <a:pt x="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539752" y="1787500"/>
              <a:ext cx="21140" cy="20311"/>
            </a:xfrm>
            <a:custGeom>
              <a:avLst/>
              <a:gdLst/>
              <a:ahLst/>
              <a:cxnLst/>
              <a:rect l="l" t="t" r="r" b="b"/>
              <a:pathLst>
                <a:path w="153" h="147" extrusionOk="0">
                  <a:moveTo>
                    <a:pt x="73" y="1"/>
                  </a:moveTo>
                  <a:cubicBezTo>
                    <a:pt x="36" y="1"/>
                    <a:pt x="1" y="30"/>
                    <a:pt x="1" y="74"/>
                  </a:cubicBezTo>
                  <a:cubicBezTo>
                    <a:pt x="1" y="117"/>
                    <a:pt x="36" y="146"/>
                    <a:pt x="73" y="146"/>
                  </a:cubicBezTo>
                  <a:cubicBezTo>
                    <a:pt x="91" y="146"/>
                    <a:pt x="109" y="140"/>
                    <a:pt x="124" y="125"/>
                  </a:cubicBezTo>
                  <a:cubicBezTo>
                    <a:pt x="152" y="96"/>
                    <a:pt x="152" y="51"/>
                    <a:pt x="124" y="22"/>
                  </a:cubicBezTo>
                  <a:cubicBezTo>
                    <a:pt x="109" y="7"/>
                    <a:pt x="91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604969" y="1852994"/>
              <a:ext cx="21140" cy="20035"/>
            </a:xfrm>
            <a:custGeom>
              <a:avLst/>
              <a:gdLst/>
              <a:ahLst/>
              <a:cxnLst/>
              <a:rect l="l" t="t" r="r" b="b"/>
              <a:pathLst>
                <a:path w="153" h="145" extrusionOk="0">
                  <a:moveTo>
                    <a:pt x="74" y="0"/>
                  </a:moveTo>
                  <a:cubicBezTo>
                    <a:pt x="36" y="0"/>
                    <a:pt x="1" y="29"/>
                    <a:pt x="1" y="73"/>
                  </a:cubicBezTo>
                  <a:cubicBezTo>
                    <a:pt x="1" y="116"/>
                    <a:pt x="36" y="144"/>
                    <a:pt x="73" y="144"/>
                  </a:cubicBezTo>
                  <a:cubicBezTo>
                    <a:pt x="91" y="144"/>
                    <a:pt x="109" y="138"/>
                    <a:pt x="124" y="123"/>
                  </a:cubicBezTo>
                  <a:cubicBezTo>
                    <a:pt x="153" y="96"/>
                    <a:pt x="153" y="49"/>
                    <a:pt x="124" y="21"/>
                  </a:cubicBezTo>
                  <a:cubicBezTo>
                    <a:pt x="109" y="7"/>
                    <a:pt x="91" y="0"/>
                    <a:pt x="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670187" y="1918211"/>
              <a:ext cx="20173" cy="20035"/>
            </a:xfrm>
            <a:custGeom>
              <a:avLst/>
              <a:gdLst/>
              <a:ahLst/>
              <a:cxnLst/>
              <a:rect l="l" t="t" r="r" b="b"/>
              <a:pathLst>
                <a:path w="146" h="145" extrusionOk="0">
                  <a:moveTo>
                    <a:pt x="73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1"/>
                    <a:pt x="33" y="145"/>
                    <a:pt x="73" y="145"/>
                  </a:cubicBezTo>
                  <a:cubicBezTo>
                    <a:pt x="113" y="145"/>
                    <a:pt x="146" y="111"/>
                    <a:pt x="146" y="72"/>
                  </a:cubicBezTo>
                  <a:cubicBezTo>
                    <a:pt x="146" y="32"/>
                    <a:pt x="113" y="0"/>
                    <a:pt x="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" name="Google Shape;640;p31"/>
          <p:cNvGrpSpPr/>
          <p:nvPr/>
        </p:nvGrpSpPr>
        <p:grpSpPr>
          <a:xfrm>
            <a:off x="450425" y="3985400"/>
            <a:ext cx="264675" cy="222000"/>
            <a:chOff x="1858425" y="4612725"/>
            <a:chExt cx="264675" cy="222000"/>
          </a:xfrm>
        </p:grpSpPr>
        <p:cxnSp>
          <p:nvCxnSpPr>
            <p:cNvPr id="641" name="Google Shape;641;p31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p31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31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1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bg>
      <p:bgPr>
        <a:solidFill>
          <a:schemeClr val="dk1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2"/>
          <p:cNvSpPr txBox="1">
            <a:spLocks noGrp="1"/>
          </p:cNvSpPr>
          <p:nvPr>
            <p:ph type="subTitle" idx="1"/>
          </p:nvPr>
        </p:nvSpPr>
        <p:spPr>
          <a:xfrm>
            <a:off x="1183247" y="343568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47" name="Google Shape;647;p32"/>
          <p:cNvSpPr txBox="1">
            <a:spLocks noGrp="1"/>
          </p:cNvSpPr>
          <p:nvPr>
            <p:ph type="subTitle" idx="2"/>
          </p:nvPr>
        </p:nvSpPr>
        <p:spPr>
          <a:xfrm>
            <a:off x="3516631" y="343568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48" name="Google Shape;648;p32"/>
          <p:cNvSpPr txBox="1">
            <a:spLocks noGrp="1"/>
          </p:cNvSpPr>
          <p:nvPr>
            <p:ph type="subTitle" idx="3"/>
          </p:nvPr>
        </p:nvSpPr>
        <p:spPr>
          <a:xfrm>
            <a:off x="5857775" y="343568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49" name="Google Shape;649;p32"/>
          <p:cNvSpPr txBox="1">
            <a:spLocks noGrp="1"/>
          </p:cNvSpPr>
          <p:nvPr>
            <p:ph type="subTitle" idx="4"/>
          </p:nvPr>
        </p:nvSpPr>
        <p:spPr>
          <a:xfrm>
            <a:off x="1320347" y="304783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50" name="Google Shape;650;p32"/>
          <p:cNvSpPr txBox="1">
            <a:spLocks noGrp="1"/>
          </p:cNvSpPr>
          <p:nvPr>
            <p:ph type="subTitle" idx="5"/>
          </p:nvPr>
        </p:nvSpPr>
        <p:spPr>
          <a:xfrm>
            <a:off x="3653731" y="304782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51" name="Google Shape;651;p32"/>
          <p:cNvSpPr txBox="1">
            <a:spLocks noGrp="1"/>
          </p:cNvSpPr>
          <p:nvPr>
            <p:ph type="subTitle" idx="6"/>
          </p:nvPr>
        </p:nvSpPr>
        <p:spPr>
          <a:xfrm>
            <a:off x="5994875" y="304782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52" name="Google Shape;652;p32"/>
          <p:cNvSpPr txBox="1">
            <a:spLocks noGrp="1"/>
          </p:cNvSpPr>
          <p:nvPr>
            <p:ph type="subTitle" idx="7"/>
          </p:nvPr>
        </p:nvSpPr>
        <p:spPr>
          <a:xfrm>
            <a:off x="1183247" y="187210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53" name="Google Shape;653;p32"/>
          <p:cNvSpPr txBox="1">
            <a:spLocks noGrp="1"/>
          </p:cNvSpPr>
          <p:nvPr>
            <p:ph type="subTitle" idx="8"/>
          </p:nvPr>
        </p:nvSpPr>
        <p:spPr>
          <a:xfrm>
            <a:off x="3516631" y="187209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54" name="Google Shape;654;p32"/>
          <p:cNvSpPr txBox="1">
            <a:spLocks noGrp="1"/>
          </p:cNvSpPr>
          <p:nvPr>
            <p:ph type="subTitle" idx="9"/>
          </p:nvPr>
        </p:nvSpPr>
        <p:spPr>
          <a:xfrm>
            <a:off x="5857775" y="187209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1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55" name="Google Shape;655;p32"/>
          <p:cNvSpPr txBox="1">
            <a:spLocks noGrp="1"/>
          </p:cNvSpPr>
          <p:nvPr>
            <p:ph type="subTitle" idx="13"/>
          </p:nvPr>
        </p:nvSpPr>
        <p:spPr>
          <a:xfrm>
            <a:off x="1320347" y="150230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56" name="Google Shape;656;p32"/>
          <p:cNvSpPr txBox="1">
            <a:spLocks noGrp="1"/>
          </p:cNvSpPr>
          <p:nvPr>
            <p:ph type="subTitle" idx="14"/>
          </p:nvPr>
        </p:nvSpPr>
        <p:spPr>
          <a:xfrm>
            <a:off x="3653731" y="150230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57" name="Google Shape;657;p32"/>
          <p:cNvSpPr txBox="1">
            <a:spLocks noGrp="1"/>
          </p:cNvSpPr>
          <p:nvPr>
            <p:ph type="subTitle" idx="15"/>
          </p:nvPr>
        </p:nvSpPr>
        <p:spPr>
          <a:xfrm>
            <a:off x="5994875" y="150230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20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658" name="Google Shape;658;p32"/>
          <p:cNvSpPr txBox="1">
            <a:spLocks noGrp="1"/>
          </p:cNvSpPr>
          <p:nvPr>
            <p:ph type="title"/>
          </p:nvPr>
        </p:nvSpPr>
        <p:spPr>
          <a:xfrm>
            <a:off x="719990" y="4416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32"/>
          <p:cNvSpPr/>
          <p:nvPr/>
        </p:nvSpPr>
        <p:spPr>
          <a:xfrm rot="-828697" flipH="1">
            <a:off x="-4318790" y="2693242"/>
            <a:ext cx="11932417" cy="6059007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660;p32"/>
          <p:cNvGrpSpPr/>
          <p:nvPr/>
        </p:nvGrpSpPr>
        <p:grpSpPr>
          <a:xfrm>
            <a:off x="7971920" y="413984"/>
            <a:ext cx="442959" cy="147424"/>
            <a:chOff x="7749438" y="2914107"/>
            <a:chExt cx="268818" cy="89462"/>
          </a:xfrm>
        </p:grpSpPr>
        <p:sp>
          <p:nvSpPr>
            <p:cNvPr id="661" name="Google Shape;661;p32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5" name="Google Shape;665;p32"/>
          <p:cNvGrpSpPr/>
          <p:nvPr/>
        </p:nvGrpSpPr>
        <p:grpSpPr>
          <a:xfrm>
            <a:off x="455325" y="4608500"/>
            <a:ext cx="264675" cy="222000"/>
            <a:chOff x="1858425" y="4612725"/>
            <a:chExt cx="264675" cy="222000"/>
          </a:xfrm>
        </p:grpSpPr>
        <p:cxnSp>
          <p:nvCxnSpPr>
            <p:cNvPr id="666" name="Google Shape;666;p32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32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Google Shape;668;p32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32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_1">
    <p:bg>
      <p:bgPr>
        <a:solidFill>
          <a:schemeClr val="dk1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"/>
          <p:cNvSpPr txBox="1">
            <a:spLocks noGrp="1"/>
          </p:cNvSpPr>
          <p:nvPr>
            <p:ph type="subTitle" idx="1"/>
          </p:nvPr>
        </p:nvSpPr>
        <p:spPr>
          <a:xfrm>
            <a:off x="715100" y="1929225"/>
            <a:ext cx="30711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72" name="Google Shape;672;p33"/>
          <p:cNvSpPr txBox="1">
            <a:spLocks noGrp="1"/>
          </p:cNvSpPr>
          <p:nvPr>
            <p:ph type="subTitle" idx="2"/>
          </p:nvPr>
        </p:nvSpPr>
        <p:spPr>
          <a:xfrm>
            <a:off x="715100" y="3272888"/>
            <a:ext cx="3071100" cy="61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33"/>
          <p:cNvSpPr txBox="1">
            <a:spLocks noGrp="1"/>
          </p:cNvSpPr>
          <p:nvPr>
            <p:ph type="title" hasCustomPrompt="1"/>
          </p:nvPr>
        </p:nvSpPr>
        <p:spPr>
          <a:xfrm>
            <a:off x="715100" y="1370025"/>
            <a:ext cx="36516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674" name="Google Shape;674;p3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2708863"/>
            <a:ext cx="36516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675" name="Google Shape;675;p33"/>
          <p:cNvSpPr txBox="1">
            <a:spLocks noGrp="1"/>
          </p:cNvSpPr>
          <p:nvPr>
            <p:ph type="title" idx="4"/>
          </p:nvPr>
        </p:nvSpPr>
        <p:spPr>
          <a:xfrm>
            <a:off x="715100" y="43860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33"/>
          <p:cNvSpPr/>
          <p:nvPr/>
        </p:nvSpPr>
        <p:spPr>
          <a:xfrm rot="-3159936" flipH="1">
            <a:off x="3281879" y="964660"/>
            <a:ext cx="11932808" cy="6058758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3"/>
          <p:cNvSpPr/>
          <p:nvPr/>
        </p:nvSpPr>
        <p:spPr>
          <a:xfrm rot="-3159936" flipH="1">
            <a:off x="3852373" y="1584015"/>
            <a:ext cx="11932808" cy="6058758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3"/>
          <p:cNvSpPr/>
          <p:nvPr/>
        </p:nvSpPr>
        <p:spPr>
          <a:xfrm>
            <a:off x="8508775" y="330525"/>
            <a:ext cx="276000" cy="345500"/>
          </a:xfrm>
          <a:custGeom>
            <a:avLst/>
            <a:gdLst/>
            <a:ahLst/>
            <a:cxnLst/>
            <a:rect l="l" t="t" r="r" b="b"/>
            <a:pathLst>
              <a:path w="11040" h="13820" extrusionOk="0">
                <a:moveTo>
                  <a:pt x="547" y="1"/>
                </a:moveTo>
                <a:cubicBezTo>
                  <a:pt x="268" y="1"/>
                  <a:pt x="0" y="265"/>
                  <a:pt x="74" y="583"/>
                </a:cubicBezTo>
                <a:lnTo>
                  <a:pt x="2942" y="13492"/>
                </a:lnTo>
                <a:cubicBezTo>
                  <a:pt x="3015" y="13710"/>
                  <a:pt x="3207" y="13820"/>
                  <a:pt x="3393" y="13820"/>
                </a:cubicBezTo>
                <a:cubicBezTo>
                  <a:pt x="3549" y="13820"/>
                  <a:pt x="3700" y="13744"/>
                  <a:pt x="3776" y="13592"/>
                </a:cubicBezTo>
                <a:lnTo>
                  <a:pt x="5644" y="9656"/>
                </a:lnTo>
                <a:cubicBezTo>
                  <a:pt x="5744" y="9489"/>
                  <a:pt x="5911" y="9389"/>
                  <a:pt x="6078" y="9389"/>
                </a:cubicBezTo>
                <a:lnTo>
                  <a:pt x="10414" y="9623"/>
                </a:lnTo>
                <a:cubicBezTo>
                  <a:pt x="10427" y="9624"/>
                  <a:pt x="10440" y="9624"/>
                  <a:pt x="10453" y="9624"/>
                </a:cubicBezTo>
                <a:cubicBezTo>
                  <a:pt x="10860" y="9624"/>
                  <a:pt x="11039" y="9114"/>
                  <a:pt x="10748" y="8855"/>
                </a:cubicBezTo>
                <a:lnTo>
                  <a:pt x="841" y="116"/>
                </a:lnTo>
                <a:cubicBezTo>
                  <a:pt x="752" y="36"/>
                  <a:pt x="649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679" name="Google Shape;679;p33"/>
          <p:cNvGrpSpPr/>
          <p:nvPr/>
        </p:nvGrpSpPr>
        <p:grpSpPr>
          <a:xfrm rot="5400000">
            <a:off x="493620" y="4539671"/>
            <a:ext cx="442959" cy="147424"/>
            <a:chOff x="7749438" y="2914107"/>
            <a:chExt cx="268818" cy="89462"/>
          </a:xfrm>
        </p:grpSpPr>
        <p:sp>
          <p:nvSpPr>
            <p:cNvPr id="680" name="Google Shape;680;p33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_1">
    <p:bg>
      <p:bgPr>
        <a:solidFill>
          <a:schemeClr val="dk1"/>
        </a:solidFill>
        <a:effectLst/>
      </p:bgPr>
    </p:bg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4"/>
          <p:cNvSpPr txBox="1">
            <a:spLocks noGrp="1"/>
          </p:cNvSpPr>
          <p:nvPr>
            <p:ph type="ctrTitle"/>
          </p:nvPr>
        </p:nvSpPr>
        <p:spPr>
          <a:xfrm>
            <a:off x="914400" y="804025"/>
            <a:ext cx="36516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86" name="Google Shape;686;p34"/>
          <p:cNvSpPr txBox="1">
            <a:spLocks noGrp="1"/>
          </p:cNvSpPr>
          <p:nvPr>
            <p:ph type="subTitle" idx="1"/>
          </p:nvPr>
        </p:nvSpPr>
        <p:spPr>
          <a:xfrm>
            <a:off x="914400" y="1727425"/>
            <a:ext cx="36516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687" name="Google Shape;687;p34"/>
          <p:cNvSpPr txBox="1"/>
          <p:nvPr/>
        </p:nvSpPr>
        <p:spPr>
          <a:xfrm>
            <a:off x="888381" y="3452950"/>
            <a:ext cx="3439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and illustrations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/>
              </a:rPr>
              <a:t>Storyset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8" name="Google Shape;688;p34"/>
          <p:cNvSpPr/>
          <p:nvPr/>
        </p:nvSpPr>
        <p:spPr>
          <a:xfrm flipH="1">
            <a:off x="-2162701" y="2464875"/>
            <a:ext cx="10744262" cy="799553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4"/>
          <p:cNvSpPr/>
          <p:nvPr/>
        </p:nvSpPr>
        <p:spPr>
          <a:xfrm rot="-9754832">
            <a:off x="-2756716" y="-3083460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34"/>
          <p:cNvGrpSpPr/>
          <p:nvPr/>
        </p:nvGrpSpPr>
        <p:grpSpPr>
          <a:xfrm rot="5400000">
            <a:off x="8207432" y="4463684"/>
            <a:ext cx="442959" cy="147424"/>
            <a:chOff x="7749438" y="2914107"/>
            <a:chExt cx="268818" cy="89462"/>
          </a:xfrm>
        </p:grpSpPr>
        <p:sp>
          <p:nvSpPr>
            <p:cNvPr id="691" name="Google Shape;691;p34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rgbClr val="191919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35"/>
          <p:cNvGrpSpPr/>
          <p:nvPr/>
        </p:nvGrpSpPr>
        <p:grpSpPr>
          <a:xfrm>
            <a:off x="1253745" y="3501234"/>
            <a:ext cx="442959" cy="147424"/>
            <a:chOff x="7749438" y="2914107"/>
            <a:chExt cx="268818" cy="89462"/>
          </a:xfrm>
        </p:grpSpPr>
        <p:sp>
          <p:nvSpPr>
            <p:cNvPr id="697" name="Google Shape;697;p35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5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5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5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1" name="Google Shape;701;p35"/>
          <p:cNvSpPr/>
          <p:nvPr/>
        </p:nvSpPr>
        <p:spPr>
          <a:xfrm rot="10800000">
            <a:off x="-1634451" y="-5023728"/>
            <a:ext cx="10744262" cy="799553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5"/>
          <p:cNvSpPr/>
          <p:nvPr/>
        </p:nvSpPr>
        <p:spPr>
          <a:xfrm rot="-1045168" flipH="1">
            <a:off x="-2228466" y="2461181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3" name="Google Shape;703;p35"/>
          <p:cNvGrpSpPr/>
          <p:nvPr/>
        </p:nvGrpSpPr>
        <p:grpSpPr>
          <a:xfrm>
            <a:off x="8428900" y="313000"/>
            <a:ext cx="264675" cy="222000"/>
            <a:chOff x="1858425" y="4612725"/>
            <a:chExt cx="264675" cy="222000"/>
          </a:xfrm>
        </p:grpSpPr>
        <p:cxnSp>
          <p:nvCxnSpPr>
            <p:cNvPr id="704" name="Google Shape;704;p35"/>
            <p:cNvCxnSpPr/>
            <p:nvPr/>
          </p:nvCxnSpPr>
          <p:spPr>
            <a:xfrm>
              <a:off x="185842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35"/>
            <p:cNvCxnSpPr/>
            <p:nvPr/>
          </p:nvCxnSpPr>
          <p:spPr>
            <a:xfrm>
              <a:off x="19442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35"/>
            <p:cNvCxnSpPr/>
            <p:nvPr/>
          </p:nvCxnSpPr>
          <p:spPr>
            <a:xfrm>
              <a:off x="2037375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35"/>
            <p:cNvCxnSpPr/>
            <p:nvPr/>
          </p:nvCxnSpPr>
          <p:spPr>
            <a:xfrm>
              <a:off x="2123100" y="4612725"/>
              <a:ext cx="0" cy="222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rgbClr val="191919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6"/>
          <p:cNvSpPr/>
          <p:nvPr/>
        </p:nvSpPr>
        <p:spPr>
          <a:xfrm>
            <a:off x="-301212" y="2171700"/>
            <a:ext cx="10744262" cy="7995536"/>
          </a:xfrm>
          <a:custGeom>
            <a:avLst/>
            <a:gdLst/>
            <a:ahLst/>
            <a:cxnLst/>
            <a:rect l="l" t="t" r="r" b="b"/>
            <a:pathLst>
              <a:path w="88283" h="71419" extrusionOk="0">
                <a:moveTo>
                  <a:pt x="80361" y="0"/>
                </a:moveTo>
                <a:cubicBezTo>
                  <a:pt x="80361" y="0"/>
                  <a:pt x="73613" y="3971"/>
                  <a:pt x="69437" y="18311"/>
                </a:cubicBezTo>
                <a:cubicBezTo>
                  <a:pt x="66981" y="26731"/>
                  <a:pt x="62660" y="29375"/>
                  <a:pt x="57409" y="29375"/>
                </a:cubicBezTo>
                <a:cubicBezTo>
                  <a:pt x="53731" y="29375"/>
                  <a:pt x="49596" y="28078"/>
                  <a:pt x="45324" y="26561"/>
                </a:cubicBezTo>
                <a:cubicBezTo>
                  <a:pt x="40019" y="24666"/>
                  <a:pt x="32855" y="20320"/>
                  <a:pt x="24780" y="20320"/>
                </a:cubicBezTo>
                <a:cubicBezTo>
                  <a:pt x="17075" y="20320"/>
                  <a:pt x="8540" y="24278"/>
                  <a:pt x="0" y="38103"/>
                </a:cubicBezTo>
                <a:cubicBezTo>
                  <a:pt x="0" y="38103"/>
                  <a:pt x="2428" y="61660"/>
                  <a:pt x="1975" y="63203"/>
                </a:cubicBezTo>
                <a:cubicBezTo>
                  <a:pt x="1510" y="64719"/>
                  <a:pt x="7798" y="71418"/>
                  <a:pt x="10652" y="71418"/>
                </a:cubicBezTo>
                <a:cubicBezTo>
                  <a:pt x="10703" y="71418"/>
                  <a:pt x="10753" y="71416"/>
                  <a:pt x="10801" y="71412"/>
                </a:cubicBezTo>
                <a:cubicBezTo>
                  <a:pt x="13599" y="71144"/>
                  <a:pt x="39193" y="55364"/>
                  <a:pt x="44110" y="53554"/>
                </a:cubicBezTo>
                <a:cubicBezTo>
                  <a:pt x="49048" y="51743"/>
                  <a:pt x="79662" y="35366"/>
                  <a:pt x="79662" y="35366"/>
                </a:cubicBezTo>
                <a:lnTo>
                  <a:pt x="88282" y="2572"/>
                </a:lnTo>
                <a:lnTo>
                  <a:pt x="80361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6"/>
          <p:cNvSpPr/>
          <p:nvPr/>
        </p:nvSpPr>
        <p:spPr>
          <a:xfrm rot="9754832" flipH="1">
            <a:off x="-895216" y="-3376635"/>
            <a:ext cx="11932281" cy="6058961"/>
          </a:xfrm>
          <a:custGeom>
            <a:avLst/>
            <a:gdLst/>
            <a:ahLst/>
            <a:cxnLst/>
            <a:rect l="l" t="t" r="r" b="b"/>
            <a:pathLst>
              <a:path w="92398" h="75137" extrusionOk="0">
                <a:moveTo>
                  <a:pt x="75527" y="1"/>
                </a:moveTo>
                <a:cubicBezTo>
                  <a:pt x="72071" y="2634"/>
                  <a:pt x="68079" y="9444"/>
                  <a:pt x="65528" y="15493"/>
                </a:cubicBezTo>
                <a:cubicBezTo>
                  <a:pt x="52423" y="46662"/>
                  <a:pt x="21459" y="15164"/>
                  <a:pt x="1" y="50324"/>
                </a:cubicBezTo>
                <a:lnTo>
                  <a:pt x="1" y="75136"/>
                </a:lnTo>
                <a:lnTo>
                  <a:pt x="23969" y="75136"/>
                </a:lnTo>
                <a:cubicBezTo>
                  <a:pt x="28783" y="66516"/>
                  <a:pt x="54974" y="50715"/>
                  <a:pt x="60282" y="48966"/>
                </a:cubicBezTo>
                <a:cubicBezTo>
                  <a:pt x="84724" y="40922"/>
                  <a:pt x="87048" y="44708"/>
                  <a:pt x="92398" y="42877"/>
                </a:cubicBezTo>
                <a:lnTo>
                  <a:pt x="7552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1" name="Google Shape;711;p36"/>
          <p:cNvGrpSpPr/>
          <p:nvPr/>
        </p:nvGrpSpPr>
        <p:grpSpPr>
          <a:xfrm rot="5400000">
            <a:off x="-734210" y="3491846"/>
            <a:ext cx="2148655" cy="84630"/>
            <a:chOff x="1593183" y="4904561"/>
            <a:chExt cx="3994524" cy="157335"/>
          </a:xfrm>
        </p:grpSpPr>
        <p:sp>
          <p:nvSpPr>
            <p:cNvPr id="712" name="Google Shape;712;p36"/>
            <p:cNvSpPr/>
            <p:nvPr/>
          </p:nvSpPr>
          <p:spPr>
            <a:xfrm>
              <a:off x="1593183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2137981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4" y="0"/>
                    <a:pt x="0" y="129"/>
                    <a:pt x="75" y="205"/>
                  </a:cubicBezTo>
                  <a:cubicBezTo>
                    <a:pt x="100" y="229"/>
                    <a:pt x="129" y="240"/>
                    <a:pt x="159" y="240"/>
                  </a:cubicBezTo>
                  <a:cubicBezTo>
                    <a:pt x="220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2682123" y="4904561"/>
              <a:ext cx="182908" cy="157335"/>
            </a:xfrm>
            <a:custGeom>
              <a:avLst/>
              <a:gdLst/>
              <a:ahLst/>
              <a:cxnLst/>
              <a:rect l="l" t="t" r="r" b="b"/>
              <a:pathLst>
                <a:path w="279" h="240" extrusionOk="0">
                  <a:moveTo>
                    <a:pt x="159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0" y="240"/>
                    <a:pt x="279" y="192"/>
                    <a:pt x="279" y="120"/>
                  </a:cubicBezTo>
                  <a:cubicBezTo>
                    <a:pt x="279" y="54"/>
                    <a:pt x="225" y="0"/>
                    <a:pt x="1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3225610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79" y="192"/>
                    <a:pt x="279" y="120"/>
                  </a:cubicBezTo>
                  <a:cubicBezTo>
                    <a:pt x="279" y="54"/>
                    <a:pt x="22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3769752" y="4904561"/>
              <a:ext cx="183563" cy="157335"/>
            </a:xfrm>
            <a:custGeom>
              <a:avLst/>
              <a:gdLst/>
              <a:ahLst/>
              <a:cxnLst/>
              <a:rect l="l" t="t" r="r" b="b"/>
              <a:pathLst>
                <a:path w="280" h="240" extrusionOk="0">
                  <a:moveTo>
                    <a:pt x="160" y="0"/>
                  </a:moveTo>
                  <a:cubicBezTo>
                    <a:pt x="53" y="0"/>
                    <a:pt x="0" y="129"/>
                    <a:pt x="75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4313894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3" y="0"/>
                    <a:pt x="0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6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4858691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4" y="0"/>
                    <a:pt x="1" y="129"/>
                    <a:pt x="76" y="205"/>
                  </a:cubicBezTo>
                  <a:cubicBezTo>
                    <a:pt x="100" y="229"/>
                    <a:pt x="130" y="240"/>
                    <a:pt x="159" y="240"/>
                  </a:cubicBezTo>
                  <a:cubicBezTo>
                    <a:pt x="221" y="240"/>
                    <a:pt x="280" y="192"/>
                    <a:pt x="280" y="120"/>
                  </a:cubicBezTo>
                  <a:cubicBezTo>
                    <a:pt x="280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5403489" y="4904561"/>
              <a:ext cx="184219" cy="157335"/>
            </a:xfrm>
            <a:custGeom>
              <a:avLst/>
              <a:gdLst/>
              <a:ahLst/>
              <a:cxnLst/>
              <a:rect l="l" t="t" r="r" b="b"/>
              <a:pathLst>
                <a:path w="281" h="240" extrusionOk="0">
                  <a:moveTo>
                    <a:pt x="161" y="0"/>
                  </a:moveTo>
                  <a:cubicBezTo>
                    <a:pt x="55" y="0"/>
                    <a:pt x="1" y="129"/>
                    <a:pt x="76" y="205"/>
                  </a:cubicBezTo>
                  <a:cubicBezTo>
                    <a:pt x="101" y="229"/>
                    <a:pt x="130" y="240"/>
                    <a:pt x="160" y="240"/>
                  </a:cubicBezTo>
                  <a:cubicBezTo>
                    <a:pt x="221" y="240"/>
                    <a:pt x="281" y="192"/>
                    <a:pt x="281" y="120"/>
                  </a:cubicBezTo>
                  <a:cubicBezTo>
                    <a:pt x="281" y="54"/>
                    <a:pt x="227" y="0"/>
                    <a:pt x="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36"/>
          <p:cNvGrpSpPr/>
          <p:nvPr/>
        </p:nvGrpSpPr>
        <p:grpSpPr>
          <a:xfrm rot="5400000">
            <a:off x="8207420" y="1420609"/>
            <a:ext cx="442959" cy="147424"/>
            <a:chOff x="7749438" y="2914107"/>
            <a:chExt cx="268818" cy="89462"/>
          </a:xfrm>
        </p:grpSpPr>
        <p:sp>
          <p:nvSpPr>
            <p:cNvPr id="721" name="Google Shape;721;p36"/>
            <p:cNvSpPr/>
            <p:nvPr/>
          </p:nvSpPr>
          <p:spPr>
            <a:xfrm>
              <a:off x="7749438" y="2958673"/>
              <a:ext cx="89569" cy="110"/>
            </a:xfrm>
            <a:custGeom>
              <a:avLst/>
              <a:gdLst/>
              <a:ahLst/>
              <a:cxnLst/>
              <a:rect l="l" t="t" r="r" b="b"/>
              <a:pathLst>
                <a:path w="818" h="1" fill="none" extrusionOk="0">
                  <a:moveTo>
                    <a:pt x="1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7794223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7928797" y="2958673"/>
              <a:ext cx="89459" cy="110"/>
            </a:xfrm>
            <a:custGeom>
              <a:avLst/>
              <a:gdLst/>
              <a:ahLst/>
              <a:cxnLst/>
              <a:rect l="l" t="t" r="r" b="b"/>
              <a:pathLst>
                <a:path w="817" h="1" fill="none" extrusionOk="0">
                  <a:moveTo>
                    <a:pt x="0" y="1"/>
                  </a:moveTo>
                  <a:lnTo>
                    <a:pt x="817" y="1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7973472" y="2914107"/>
              <a:ext cx="109" cy="89462"/>
            </a:xfrm>
            <a:custGeom>
              <a:avLst/>
              <a:gdLst/>
              <a:ahLst/>
              <a:cxnLst/>
              <a:rect l="l" t="t" r="r" b="b"/>
              <a:pathLst>
                <a:path w="1" h="817" fill="none" extrusionOk="0">
                  <a:moveTo>
                    <a:pt x="1" y="817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lt1"/>
              </a:solidFill>
              <a:prstDash val="solid"/>
              <a:miter lim="11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orient="horz" pos="385">
          <p15:clr>
            <a:srgbClr val="EA4335"/>
          </p15:clr>
        </p15:guide>
        <p15:guide id="6" orient="horz" pos="60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7"/>
          <p:cNvSpPr/>
          <p:nvPr/>
        </p:nvSpPr>
        <p:spPr>
          <a:xfrm>
            <a:off x="3852500" y="3650738"/>
            <a:ext cx="4218000" cy="412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7"/>
          <p:cNvSpPr txBox="1">
            <a:spLocks noGrp="1"/>
          </p:cNvSpPr>
          <p:nvPr>
            <p:ph type="ctrTitle"/>
          </p:nvPr>
        </p:nvSpPr>
        <p:spPr>
          <a:xfrm>
            <a:off x="3736650" y="1005275"/>
            <a:ext cx="4603800" cy="26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Espinoza Garcia Cristian Edgardo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Galindo Melendrez Raul Caleb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Galindo Melendrez Sergio Jesus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Garcia Uriarte Michelle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Higuera Medina Jocelyn Guadalupe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3-4</a:t>
            </a:r>
            <a:endParaRPr sz="1800" b="1"/>
          </a:p>
        </p:txBody>
      </p:sp>
      <p:sp>
        <p:nvSpPr>
          <p:cNvPr id="731" name="Google Shape;731;p37"/>
          <p:cNvSpPr txBox="1">
            <a:spLocks noGrp="1"/>
          </p:cNvSpPr>
          <p:nvPr>
            <p:ph type="subTitle" idx="1"/>
          </p:nvPr>
        </p:nvSpPr>
        <p:spPr>
          <a:xfrm>
            <a:off x="3991700" y="3693188"/>
            <a:ext cx="3939600" cy="3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Administración de Redes</a:t>
            </a:r>
            <a:endParaRPr sz="1800" b="1"/>
          </a:p>
        </p:txBody>
      </p:sp>
      <p:sp>
        <p:nvSpPr>
          <p:cNvPr id="732" name="Google Shape;732;p37"/>
          <p:cNvSpPr/>
          <p:nvPr/>
        </p:nvSpPr>
        <p:spPr>
          <a:xfrm>
            <a:off x="7749438" y="2958673"/>
            <a:ext cx="89569" cy="110"/>
          </a:xfrm>
          <a:custGeom>
            <a:avLst/>
            <a:gdLst/>
            <a:ahLst/>
            <a:cxnLst/>
            <a:rect l="l" t="t" r="r" b="b"/>
            <a:pathLst>
              <a:path w="818" h="1" extrusionOk="0">
                <a:moveTo>
                  <a:pt x="1" y="1"/>
                </a:moveTo>
                <a:lnTo>
                  <a:pt x="817" y="1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37"/>
          <p:cNvSpPr/>
          <p:nvPr/>
        </p:nvSpPr>
        <p:spPr>
          <a:xfrm>
            <a:off x="7794223" y="2914107"/>
            <a:ext cx="109" cy="89462"/>
          </a:xfrm>
          <a:custGeom>
            <a:avLst/>
            <a:gdLst/>
            <a:ahLst/>
            <a:cxnLst/>
            <a:rect l="l" t="t" r="r" b="b"/>
            <a:pathLst>
              <a:path w="1" h="817" extrusionOk="0">
                <a:moveTo>
                  <a:pt x="1" y="817"/>
                </a:moveTo>
                <a:lnTo>
                  <a:pt x="1" y="0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7"/>
          <p:cNvSpPr/>
          <p:nvPr/>
        </p:nvSpPr>
        <p:spPr>
          <a:xfrm>
            <a:off x="7928797" y="2958673"/>
            <a:ext cx="89459" cy="110"/>
          </a:xfrm>
          <a:custGeom>
            <a:avLst/>
            <a:gdLst/>
            <a:ahLst/>
            <a:cxnLst/>
            <a:rect l="l" t="t" r="r" b="b"/>
            <a:pathLst>
              <a:path w="817" h="1" extrusionOk="0">
                <a:moveTo>
                  <a:pt x="0" y="1"/>
                </a:moveTo>
                <a:lnTo>
                  <a:pt x="817" y="1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7"/>
          <p:cNvSpPr/>
          <p:nvPr/>
        </p:nvSpPr>
        <p:spPr>
          <a:xfrm>
            <a:off x="7973472" y="2914107"/>
            <a:ext cx="109" cy="89462"/>
          </a:xfrm>
          <a:custGeom>
            <a:avLst/>
            <a:gdLst/>
            <a:ahLst/>
            <a:cxnLst/>
            <a:rect l="l" t="t" r="r" b="b"/>
            <a:pathLst>
              <a:path w="1" h="817" extrusionOk="0">
                <a:moveTo>
                  <a:pt x="1" y="817"/>
                </a:moveTo>
                <a:lnTo>
                  <a:pt x="1" y="0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37"/>
          <p:cNvSpPr/>
          <p:nvPr/>
        </p:nvSpPr>
        <p:spPr>
          <a:xfrm flipH="1">
            <a:off x="1611150" y="1142205"/>
            <a:ext cx="230888" cy="213549"/>
          </a:xfrm>
          <a:custGeom>
            <a:avLst/>
            <a:gdLst/>
            <a:ahLst/>
            <a:cxnLst/>
            <a:rect l="l" t="t" r="r" b="b"/>
            <a:pathLst>
              <a:path w="11042" h="10214" extrusionOk="0">
                <a:moveTo>
                  <a:pt x="8207" y="0"/>
                </a:moveTo>
                <a:cubicBezTo>
                  <a:pt x="7954" y="0"/>
                  <a:pt x="7887" y="370"/>
                  <a:pt x="8006" y="773"/>
                </a:cubicBezTo>
                <a:cubicBezTo>
                  <a:pt x="7372" y="573"/>
                  <a:pt x="6738" y="439"/>
                  <a:pt x="6071" y="373"/>
                </a:cubicBezTo>
                <a:cubicBezTo>
                  <a:pt x="5704" y="473"/>
                  <a:pt x="5371" y="606"/>
                  <a:pt x="5037" y="773"/>
                </a:cubicBezTo>
                <a:cubicBezTo>
                  <a:pt x="4804" y="740"/>
                  <a:pt x="4603" y="706"/>
                  <a:pt x="4370" y="706"/>
                </a:cubicBezTo>
                <a:cubicBezTo>
                  <a:pt x="4036" y="840"/>
                  <a:pt x="3703" y="1006"/>
                  <a:pt x="3403" y="1207"/>
                </a:cubicBezTo>
                <a:cubicBezTo>
                  <a:pt x="3169" y="1273"/>
                  <a:pt x="2936" y="1340"/>
                  <a:pt x="2702" y="1440"/>
                </a:cubicBezTo>
                <a:cubicBezTo>
                  <a:pt x="2335" y="1640"/>
                  <a:pt x="1868" y="2641"/>
                  <a:pt x="1868" y="2641"/>
                </a:cubicBezTo>
                <a:cubicBezTo>
                  <a:pt x="1868" y="2641"/>
                  <a:pt x="1201" y="2908"/>
                  <a:pt x="1101" y="3141"/>
                </a:cubicBezTo>
                <a:cubicBezTo>
                  <a:pt x="967" y="3341"/>
                  <a:pt x="0" y="4742"/>
                  <a:pt x="267" y="4843"/>
                </a:cubicBezTo>
                <a:cubicBezTo>
                  <a:pt x="356" y="4882"/>
                  <a:pt x="455" y="4899"/>
                  <a:pt x="560" y="4899"/>
                </a:cubicBezTo>
                <a:cubicBezTo>
                  <a:pt x="1160" y="4899"/>
                  <a:pt x="1935" y="4342"/>
                  <a:pt x="1935" y="4342"/>
                </a:cubicBezTo>
                <a:cubicBezTo>
                  <a:pt x="1935" y="4342"/>
                  <a:pt x="3503" y="4476"/>
                  <a:pt x="3603" y="4909"/>
                </a:cubicBezTo>
                <a:cubicBezTo>
                  <a:pt x="3669" y="5310"/>
                  <a:pt x="4870" y="7411"/>
                  <a:pt x="5637" y="7745"/>
                </a:cubicBezTo>
                <a:lnTo>
                  <a:pt x="5637" y="10213"/>
                </a:lnTo>
                <a:lnTo>
                  <a:pt x="10074" y="9913"/>
                </a:lnTo>
                <a:lnTo>
                  <a:pt x="9774" y="7278"/>
                </a:lnTo>
                <a:cubicBezTo>
                  <a:pt x="9774" y="7278"/>
                  <a:pt x="11041" y="4976"/>
                  <a:pt x="11041" y="4776"/>
                </a:cubicBezTo>
                <a:cubicBezTo>
                  <a:pt x="11041" y="4576"/>
                  <a:pt x="10574" y="2274"/>
                  <a:pt x="10107" y="1640"/>
                </a:cubicBezTo>
                <a:cubicBezTo>
                  <a:pt x="9640" y="1107"/>
                  <a:pt x="9140" y="640"/>
                  <a:pt x="8606" y="206"/>
                </a:cubicBezTo>
                <a:cubicBezTo>
                  <a:pt x="8442" y="61"/>
                  <a:pt x="8309" y="0"/>
                  <a:pt x="8207" y="0"/>
                </a:cubicBezTo>
                <a:close/>
              </a:path>
            </a:pathLst>
          </a:custGeom>
          <a:solidFill>
            <a:schemeClr val="lt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7"/>
          <p:cNvSpPr/>
          <p:nvPr/>
        </p:nvSpPr>
        <p:spPr>
          <a:xfrm flipH="1">
            <a:off x="816696" y="1241662"/>
            <a:ext cx="479508" cy="448842"/>
          </a:xfrm>
          <a:custGeom>
            <a:avLst/>
            <a:gdLst/>
            <a:ahLst/>
            <a:cxnLst/>
            <a:rect l="l" t="t" r="r" b="b"/>
            <a:pathLst>
              <a:path w="22932" h="21468" extrusionOk="0">
                <a:moveTo>
                  <a:pt x="12977" y="0"/>
                </a:moveTo>
                <a:cubicBezTo>
                  <a:pt x="11732" y="0"/>
                  <a:pt x="10789" y="352"/>
                  <a:pt x="10789" y="352"/>
                </a:cubicBezTo>
                <a:cubicBezTo>
                  <a:pt x="9740" y="173"/>
                  <a:pt x="8798" y="89"/>
                  <a:pt x="7952" y="89"/>
                </a:cubicBezTo>
                <a:cubicBezTo>
                  <a:pt x="0" y="89"/>
                  <a:pt x="544" y="7454"/>
                  <a:pt x="815" y="11494"/>
                </a:cubicBezTo>
                <a:cubicBezTo>
                  <a:pt x="1416" y="20000"/>
                  <a:pt x="4351" y="21467"/>
                  <a:pt x="4351" y="21467"/>
                </a:cubicBezTo>
                <a:cubicBezTo>
                  <a:pt x="8054" y="20178"/>
                  <a:pt x="10956" y="19748"/>
                  <a:pt x="13180" y="19748"/>
                </a:cubicBezTo>
                <a:cubicBezTo>
                  <a:pt x="17627" y="19748"/>
                  <a:pt x="19362" y="21467"/>
                  <a:pt x="19362" y="21467"/>
                </a:cubicBezTo>
                <a:cubicBezTo>
                  <a:pt x="22931" y="9859"/>
                  <a:pt x="19228" y="3321"/>
                  <a:pt x="16193" y="1020"/>
                </a:cubicBezTo>
                <a:cubicBezTo>
                  <a:pt x="15145" y="222"/>
                  <a:pt x="13966" y="0"/>
                  <a:pt x="12977" y="0"/>
                </a:cubicBezTo>
                <a:close/>
              </a:path>
            </a:pathLst>
          </a:custGeom>
          <a:solidFill>
            <a:srgbClr val="19191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7"/>
          <p:cNvSpPr/>
          <p:nvPr/>
        </p:nvSpPr>
        <p:spPr>
          <a:xfrm flipH="1">
            <a:off x="1163509" y="1447308"/>
            <a:ext cx="113897" cy="119905"/>
          </a:xfrm>
          <a:custGeom>
            <a:avLst/>
            <a:gdLst/>
            <a:ahLst/>
            <a:cxnLst/>
            <a:rect l="l" t="t" r="r" b="b"/>
            <a:pathLst>
              <a:path w="5447" h="5735" extrusionOk="0">
                <a:moveTo>
                  <a:pt x="3082" y="0"/>
                </a:moveTo>
                <a:cubicBezTo>
                  <a:pt x="1003" y="0"/>
                  <a:pt x="1" y="5406"/>
                  <a:pt x="3152" y="5727"/>
                </a:cubicBezTo>
                <a:cubicBezTo>
                  <a:pt x="3199" y="5732"/>
                  <a:pt x="3245" y="5734"/>
                  <a:pt x="3291" y="5734"/>
                </a:cubicBezTo>
                <a:cubicBezTo>
                  <a:pt x="5446" y="5734"/>
                  <a:pt x="5246" y="383"/>
                  <a:pt x="3319" y="23"/>
                </a:cubicBezTo>
                <a:cubicBezTo>
                  <a:pt x="3238" y="8"/>
                  <a:pt x="3159" y="0"/>
                  <a:pt x="3082" y="0"/>
                </a:cubicBezTo>
                <a:close/>
              </a:path>
            </a:pathLst>
          </a:custGeom>
          <a:solidFill>
            <a:srgbClr val="D0E1A3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7"/>
          <p:cNvSpPr/>
          <p:nvPr/>
        </p:nvSpPr>
        <p:spPr>
          <a:xfrm flipH="1">
            <a:off x="1103811" y="1416867"/>
            <a:ext cx="155612" cy="164061"/>
          </a:xfrm>
          <a:custGeom>
            <a:avLst/>
            <a:gdLst/>
            <a:ahLst/>
            <a:cxnLst/>
            <a:rect l="l" t="t" r="r" b="b"/>
            <a:pathLst>
              <a:path w="7442" h="7847" extrusionOk="0">
                <a:moveTo>
                  <a:pt x="2930" y="1"/>
                </a:moveTo>
                <a:cubicBezTo>
                  <a:pt x="0" y="1"/>
                  <a:pt x="248" y="7327"/>
                  <a:pt x="2892" y="7817"/>
                </a:cubicBezTo>
                <a:cubicBezTo>
                  <a:pt x="2997" y="7837"/>
                  <a:pt x="3100" y="7846"/>
                  <a:pt x="3201" y="7846"/>
                </a:cubicBezTo>
                <a:cubicBezTo>
                  <a:pt x="6036" y="7846"/>
                  <a:pt x="7442" y="430"/>
                  <a:pt x="3126" y="11"/>
                </a:cubicBezTo>
                <a:cubicBezTo>
                  <a:pt x="3059" y="4"/>
                  <a:pt x="2994" y="1"/>
                  <a:pt x="2930" y="1"/>
                </a:cubicBezTo>
                <a:close/>
              </a:path>
            </a:pathLst>
          </a:custGeom>
          <a:solidFill>
            <a:srgbClr val="757575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7"/>
          <p:cNvSpPr/>
          <p:nvPr/>
        </p:nvSpPr>
        <p:spPr>
          <a:xfrm flipH="1">
            <a:off x="1300072" y="3972433"/>
            <a:ext cx="317267" cy="211375"/>
          </a:xfrm>
          <a:custGeom>
            <a:avLst/>
            <a:gdLst/>
            <a:ahLst/>
            <a:cxnLst/>
            <a:rect l="l" t="t" r="r" b="b"/>
            <a:pathLst>
              <a:path w="15173" h="10110" extrusionOk="0">
                <a:moveTo>
                  <a:pt x="14772" y="0"/>
                </a:moveTo>
                <a:lnTo>
                  <a:pt x="1163" y="8139"/>
                </a:lnTo>
                <a:cubicBezTo>
                  <a:pt x="1163" y="8139"/>
                  <a:pt x="0" y="10109"/>
                  <a:pt x="3807" y="10109"/>
                </a:cubicBezTo>
                <a:cubicBezTo>
                  <a:pt x="3869" y="10109"/>
                  <a:pt x="3933" y="10109"/>
                  <a:pt x="3998" y="10108"/>
                </a:cubicBezTo>
                <a:cubicBezTo>
                  <a:pt x="8034" y="10041"/>
                  <a:pt x="11236" y="6238"/>
                  <a:pt x="11236" y="6238"/>
                </a:cubicBezTo>
                <a:cubicBezTo>
                  <a:pt x="11270" y="5638"/>
                  <a:pt x="11537" y="5104"/>
                  <a:pt x="11970" y="4670"/>
                </a:cubicBezTo>
                <a:cubicBezTo>
                  <a:pt x="12432" y="4255"/>
                  <a:pt x="12782" y="4191"/>
                  <a:pt x="12954" y="4191"/>
                </a:cubicBezTo>
                <a:cubicBezTo>
                  <a:pt x="13030" y="4191"/>
                  <a:pt x="13071" y="4203"/>
                  <a:pt x="13071" y="4203"/>
                </a:cubicBezTo>
                <a:cubicBezTo>
                  <a:pt x="13838" y="3269"/>
                  <a:pt x="14539" y="2269"/>
                  <a:pt x="15173" y="1235"/>
                </a:cubicBezTo>
                <a:lnTo>
                  <a:pt x="14772" y="0"/>
                </a:lnTo>
                <a:close/>
              </a:path>
            </a:pathLst>
          </a:custGeom>
          <a:solidFill>
            <a:srgbClr val="D0E1A3"/>
          </a:solidFill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7"/>
          <p:cNvSpPr/>
          <p:nvPr/>
        </p:nvSpPr>
        <p:spPr>
          <a:xfrm flipH="1">
            <a:off x="1295179" y="3758591"/>
            <a:ext cx="304826" cy="408156"/>
          </a:xfrm>
          <a:custGeom>
            <a:avLst/>
            <a:gdLst/>
            <a:ahLst/>
            <a:cxnLst/>
            <a:rect l="l" t="t" r="r" b="b"/>
            <a:pathLst>
              <a:path w="14578" h="19522" extrusionOk="0">
                <a:moveTo>
                  <a:pt x="7307" y="0"/>
                </a:moveTo>
                <a:cubicBezTo>
                  <a:pt x="5810" y="0"/>
                  <a:pt x="4172" y="496"/>
                  <a:pt x="3636" y="2489"/>
                </a:cubicBezTo>
                <a:cubicBezTo>
                  <a:pt x="3636" y="2489"/>
                  <a:pt x="4603" y="6893"/>
                  <a:pt x="4036" y="9294"/>
                </a:cubicBezTo>
                <a:cubicBezTo>
                  <a:pt x="3469" y="11696"/>
                  <a:pt x="534" y="16299"/>
                  <a:pt x="367" y="17167"/>
                </a:cubicBezTo>
                <a:cubicBezTo>
                  <a:pt x="0" y="18868"/>
                  <a:pt x="267" y="19001"/>
                  <a:pt x="267" y="19001"/>
                </a:cubicBezTo>
                <a:cubicBezTo>
                  <a:pt x="267" y="19001"/>
                  <a:pt x="1166" y="19521"/>
                  <a:pt x="2573" y="19521"/>
                </a:cubicBezTo>
                <a:cubicBezTo>
                  <a:pt x="3334" y="19521"/>
                  <a:pt x="4242" y="19369"/>
                  <a:pt x="5237" y="18901"/>
                </a:cubicBezTo>
                <a:cubicBezTo>
                  <a:pt x="8106" y="17600"/>
                  <a:pt x="13043" y="11963"/>
                  <a:pt x="13810" y="10795"/>
                </a:cubicBezTo>
                <a:cubicBezTo>
                  <a:pt x="14577" y="9628"/>
                  <a:pt x="11375" y="5025"/>
                  <a:pt x="11375" y="5025"/>
                </a:cubicBezTo>
                <a:lnTo>
                  <a:pt x="10141" y="488"/>
                </a:lnTo>
                <a:cubicBezTo>
                  <a:pt x="10141" y="488"/>
                  <a:pt x="8793" y="0"/>
                  <a:pt x="7307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7"/>
          <p:cNvSpPr/>
          <p:nvPr/>
        </p:nvSpPr>
        <p:spPr>
          <a:xfrm flipH="1">
            <a:off x="1295179" y="3758591"/>
            <a:ext cx="304826" cy="408156"/>
          </a:xfrm>
          <a:custGeom>
            <a:avLst/>
            <a:gdLst/>
            <a:ahLst/>
            <a:cxnLst/>
            <a:rect l="l" t="t" r="r" b="b"/>
            <a:pathLst>
              <a:path w="14578" h="19522" extrusionOk="0">
                <a:moveTo>
                  <a:pt x="7307" y="0"/>
                </a:moveTo>
                <a:cubicBezTo>
                  <a:pt x="5810" y="0"/>
                  <a:pt x="4172" y="496"/>
                  <a:pt x="3636" y="2489"/>
                </a:cubicBezTo>
                <a:cubicBezTo>
                  <a:pt x="3636" y="2489"/>
                  <a:pt x="4603" y="6893"/>
                  <a:pt x="4036" y="9294"/>
                </a:cubicBezTo>
                <a:cubicBezTo>
                  <a:pt x="3469" y="11696"/>
                  <a:pt x="534" y="16299"/>
                  <a:pt x="367" y="17167"/>
                </a:cubicBezTo>
                <a:cubicBezTo>
                  <a:pt x="0" y="18868"/>
                  <a:pt x="267" y="19001"/>
                  <a:pt x="267" y="19001"/>
                </a:cubicBezTo>
                <a:cubicBezTo>
                  <a:pt x="267" y="19001"/>
                  <a:pt x="1166" y="19521"/>
                  <a:pt x="2573" y="19521"/>
                </a:cubicBezTo>
                <a:cubicBezTo>
                  <a:pt x="3334" y="19521"/>
                  <a:pt x="4242" y="19369"/>
                  <a:pt x="5237" y="18901"/>
                </a:cubicBezTo>
                <a:cubicBezTo>
                  <a:pt x="8106" y="17600"/>
                  <a:pt x="13043" y="11963"/>
                  <a:pt x="13810" y="10795"/>
                </a:cubicBezTo>
                <a:cubicBezTo>
                  <a:pt x="14577" y="9628"/>
                  <a:pt x="11375" y="5025"/>
                  <a:pt x="11375" y="5025"/>
                </a:cubicBezTo>
                <a:lnTo>
                  <a:pt x="10141" y="488"/>
                </a:lnTo>
                <a:cubicBezTo>
                  <a:pt x="10141" y="488"/>
                  <a:pt x="8793" y="0"/>
                  <a:pt x="7307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7"/>
          <p:cNvSpPr/>
          <p:nvPr/>
        </p:nvSpPr>
        <p:spPr>
          <a:xfrm flipH="1">
            <a:off x="1295179" y="3727627"/>
            <a:ext cx="304826" cy="454048"/>
          </a:xfrm>
          <a:custGeom>
            <a:avLst/>
            <a:gdLst/>
            <a:ahLst/>
            <a:cxnLst/>
            <a:rect l="l" t="t" r="r" b="b"/>
            <a:pathLst>
              <a:path w="14578" h="21717" fill="none" extrusionOk="0">
                <a:moveTo>
                  <a:pt x="10141" y="1969"/>
                </a:moveTo>
                <a:cubicBezTo>
                  <a:pt x="10141" y="1969"/>
                  <a:pt x="4703" y="1"/>
                  <a:pt x="3636" y="3970"/>
                </a:cubicBezTo>
                <a:cubicBezTo>
                  <a:pt x="3636" y="3970"/>
                  <a:pt x="4603" y="8374"/>
                  <a:pt x="4036" y="10775"/>
                </a:cubicBezTo>
                <a:cubicBezTo>
                  <a:pt x="3469" y="13177"/>
                  <a:pt x="534" y="17780"/>
                  <a:pt x="367" y="18648"/>
                </a:cubicBezTo>
                <a:cubicBezTo>
                  <a:pt x="0" y="20349"/>
                  <a:pt x="267" y="20482"/>
                  <a:pt x="267" y="20482"/>
                </a:cubicBezTo>
                <a:cubicBezTo>
                  <a:pt x="267" y="20482"/>
                  <a:pt x="2402" y="21716"/>
                  <a:pt x="5237" y="20382"/>
                </a:cubicBezTo>
                <a:cubicBezTo>
                  <a:pt x="8106" y="19081"/>
                  <a:pt x="13043" y="13444"/>
                  <a:pt x="13810" y="12276"/>
                </a:cubicBezTo>
                <a:cubicBezTo>
                  <a:pt x="14577" y="11109"/>
                  <a:pt x="11375" y="6506"/>
                  <a:pt x="11375" y="6506"/>
                </a:cubicBezTo>
                <a:close/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7"/>
          <p:cNvSpPr/>
          <p:nvPr/>
        </p:nvSpPr>
        <p:spPr>
          <a:xfrm flipH="1">
            <a:off x="1458403" y="4031015"/>
            <a:ext cx="90687" cy="12565"/>
          </a:xfrm>
          <a:custGeom>
            <a:avLst/>
            <a:gdLst/>
            <a:ahLst/>
            <a:cxnLst/>
            <a:rect l="l" t="t" r="r" b="b"/>
            <a:pathLst>
              <a:path w="4337" h="601" fill="none" extrusionOk="0">
                <a:moveTo>
                  <a:pt x="4337" y="434"/>
                </a:moveTo>
                <a:cubicBezTo>
                  <a:pt x="4337" y="434"/>
                  <a:pt x="1501" y="601"/>
                  <a:pt x="0" y="0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7"/>
          <p:cNvSpPr/>
          <p:nvPr/>
        </p:nvSpPr>
        <p:spPr>
          <a:xfrm flipH="1">
            <a:off x="1447237" y="3998233"/>
            <a:ext cx="86526" cy="17458"/>
          </a:xfrm>
          <a:custGeom>
            <a:avLst/>
            <a:gdLst/>
            <a:ahLst/>
            <a:cxnLst/>
            <a:rect l="l" t="t" r="r" b="b"/>
            <a:pathLst>
              <a:path w="4138" h="835" fill="none" extrusionOk="0">
                <a:moveTo>
                  <a:pt x="4137" y="434"/>
                </a:moveTo>
                <a:cubicBezTo>
                  <a:pt x="4137" y="434"/>
                  <a:pt x="1469" y="834"/>
                  <a:pt x="1" y="1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7"/>
          <p:cNvSpPr/>
          <p:nvPr/>
        </p:nvSpPr>
        <p:spPr>
          <a:xfrm flipH="1">
            <a:off x="1438183" y="3963359"/>
            <a:ext cx="80232" cy="14677"/>
          </a:xfrm>
          <a:custGeom>
            <a:avLst/>
            <a:gdLst/>
            <a:ahLst/>
            <a:cxnLst/>
            <a:rect l="l" t="t" r="r" b="b"/>
            <a:pathLst>
              <a:path w="3837" h="702" fill="none" extrusionOk="0">
                <a:moveTo>
                  <a:pt x="3837" y="368"/>
                </a:moveTo>
                <a:cubicBezTo>
                  <a:pt x="3837" y="368"/>
                  <a:pt x="1535" y="701"/>
                  <a:pt x="1" y="1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7"/>
          <p:cNvSpPr/>
          <p:nvPr/>
        </p:nvSpPr>
        <p:spPr>
          <a:xfrm flipH="1">
            <a:off x="1432600" y="3929196"/>
            <a:ext cx="79521" cy="17458"/>
          </a:xfrm>
          <a:custGeom>
            <a:avLst/>
            <a:gdLst/>
            <a:ahLst/>
            <a:cxnLst/>
            <a:rect l="l" t="t" r="r" b="b"/>
            <a:pathLst>
              <a:path w="3803" h="835" fill="none" extrusionOk="0">
                <a:moveTo>
                  <a:pt x="3803" y="0"/>
                </a:moveTo>
                <a:cubicBezTo>
                  <a:pt x="3803" y="0"/>
                  <a:pt x="1201" y="834"/>
                  <a:pt x="0" y="0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7"/>
          <p:cNvSpPr/>
          <p:nvPr/>
        </p:nvSpPr>
        <p:spPr>
          <a:xfrm flipH="1">
            <a:off x="857157" y="2294439"/>
            <a:ext cx="801438" cy="1599905"/>
          </a:xfrm>
          <a:custGeom>
            <a:avLst/>
            <a:gdLst/>
            <a:ahLst/>
            <a:cxnLst/>
            <a:rect l="l" t="t" r="r" b="b"/>
            <a:pathLst>
              <a:path w="38328" h="76523" extrusionOk="0">
                <a:moveTo>
                  <a:pt x="14844" y="1"/>
                </a:moveTo>
                <a:cubicBezTo>
                  <a:pt x="13877" y="3170"/>
                  <a:pt x="12409" y="8173"/>
                  <a:pt x="12409" y="8173"/>
                </a:cubicBezTo>
                <a:cubicBezTo>
                  <a:pt x="3970" y="19848"/>
                  <a:pt x="901" y="37461"/>
                  <a:pt x="467" y="39095"/>
                </a:cubicBezTo>
                <a:cubicBezTo>
                  <a:pt x="0" y="40730"/>
                  <a:pt x="7906" y="73287"/>
                  <a:pt x="7906" y="73287"/>
                </a:cubicBezTo>
                <a:cubicBezTo>
                  <a:pt x="8398" y="73416"/>
                  <a:pt x="8839" y="73471"/>
                  <a:pt x="9233" y="73471"/>
                </a:cubicBezTo>
                <a:cubicBezTo>
                  <a:pt x="11269" y="73471"/>
                  <a:pt x="12042" y="72019"/>
                  <a:pt x="12042" y="72019"/>
                </a:cubicBezTo>
                <a:cubicBezTo>
                  <a:pt x="12042" y="72019"/>
                  <a:pt x="11375" y="61045"/>
                  <a:pt x="11642" y="53706"/>
                </a:cubicBezTo>
                <a:cubicBezTo>
                  <a:pt x="11875" y="47468"/>
                  <a:pt x="9907" y="40130"/>
                  <a:pt x="9907" y="40130"/>
                </a:cubicBezTo>
                <a:cubicBezTo>
                  <a:pt x="11675" y="37728"/>
                  <a:pt x="21382" y="21016"/>
                  <a:pt x="21382" y="21016"/>
                </a:cubicBezTo>
                <a:cubicBezTo>
                  <a:pt x="23183" y="26953"/>
                  <a:pt x="22216" y="32457"/>
                  <a:pt x="23517" y="37928"/>
                </a:cubicBezTo>
                <a:cubicBezTo>
                  <a:pt x="24818" y="43399"/>
                  <a:pt x="23750" y="41864"/>
                  <a:pt x="23784" y="47535"/>
                </a:cubicBezTo>
                <a:cubicBezTo>
                  <a:pt x="23850" y="53172"/>
                  <a:pt x="23117" y="76522"/>
                  <a:pt x="23117" y="76522"/>
                </a:cubicBezTo>
                <a:lnTo>
                  <a:pt x="28053" y="76522"/>
                </a:lnTo>
                <a:cubicBezTo>
                  <a:pt x="28053" y="76522"/>
                  <a:pt x="33457" y="49570"/>
                  <a:pt x="33324" y="44366"/>
                </a:cubicBezTo>
                <a:cubicBezTo>
                  <a:pt x="33190" y="39196"/>
                  <a:pt x="33891" y="35259"/>
                  <a:pt x="36126" y="25719"/>
                </a:cubicBezTo>
                <a:cubicBezTo>
                  <a:pt x="38327" y="16179"/>
                  <a:pt x="33324" y="1635"/>
                  <a:pt x="33324" y="1635"/>
                </a:cubicBezTo>
                <a:lnTo>
                  <a:pt x="14844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7"/>
          <p:cNvSpPr/>
          <p:nvPr/>
        </p:nvSpPr>
        <p:spPr>
          <a:xfrm flipH="1">
            <a:off x="1023851" y="3853469"/>
            <a:ext cx="303446" cy="307988"/>
          </a:xfrm>
          <a:custGeom>
            <a:avLst/>
            <a:gdLst/>
            <a:ahLst/>
            <a:cxnLst/>
            <a:rect l="l" t="t" r="r" b="b"/>
            <a:pathLst>
              <a:path w="14512" h="14731" extrusionOk="0">
                <a:moveTo>
                  <a:pt x="7717" y="0"/>
                </a:moveTo>
                <a:cubicBezTo>
                  <a:pt x="7293" y="0"/>
                  <a:pt x="6845" y="17"/>
                  <a:pt x="6372" y="53"/>
                </a:cubicBezTo>
                <a:cubicBezTo>
                  <a:pt x="6372" y="53"/>
                  <a:pt x="6005" y="5790"/>
                  <a:pt x="5371" y="7458"/>
                </a:cubicBezTo>
                <a:cubicBezTo>
                  <a:pt x="4704" y="9126"/>
                  <a:pt x="1268" y="11995"/>
                  <a:pt x="634" y="12495"/>
                </a:cubicBezTo>
                <a:cubicBezTo>
                  <a:pt x="1" y="12996"/>
                  <a:pt x="1" y="14730"/>
                  <a:pt x="1" y="14730"/>
                </a:cubicBezTo>
                <a:lnTo>
                  <a:pt x="14511" y="14730"/>
                </a:lnTo>
                <a:cubicBezTo>
                  <a:pt x="14344" y="12262"/>
                  <a:pt x="13944" y="9793"/>
                  <a:pt x="13377" y="7358"/>
                </a:cubicBezTo>
                <a:lnTo>
                  <a:pt x="13444" y="1354"/>
                </a:lnTo>
                <a:cubicBezTo>
                  <a:pt x="13444" y="1354"/>
                  <a:pt x="11576" y="0"/>
                  <a:pt x="7717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7"/>
          <p:cNvSpPr/>
          <p:nvPr/>
        </p:nvSpPr>
        <p:spPr>
          <a:xfrm flipH="1">
            <a:off x="1023851" y="3853469"/>
            <a:ext cx="303446" cy="307988"/>
          </a:xfrm>
          <a:custGeom>
            <a:avLst/>
            <a:gdLst/>
            <a:ahLst/>
            <a:cxnLst/>
            <a:rect l="l" t="t" r="r" b="b"/>
            <a:pathLst>
              <a:path w="14512" h="14731" extrusionOk="0">
                <a:moveTo>
                  <a:pt x="7717" y="0"/>
                </a:moveTo>
                <a:cubicBezTo>
                  <a:pt x="7293" y="0"/>
                  <a:pt x="6845" y="17"/>
                  <a:pt x="6372" y="53"/>
                </a:cubicBezTo>
                <a:cubicBezTo>
                  <a:pt x="6372" y="53"/>
                  <a:pt x="6005" y="5790"/>
                  <a:pt x="5371" y="7458"/>
                </a:cubicBezTo>
                <a:cubicBezTo>
                  <a:pt x="4704" y="9126"/>
                  <a:pt x="1268" y="11995"/>
                  <a:pt x="634" y="12495"/>
                </a:cubicBezTo>
                <a:cubicBezTo>
                  <a:pt x="1" y="12996"/>
                  <a:pt x="1" y="14730"/>
                  <a:pt x="1" y="14730"/>
                </a:cubicBezTo>
                <a:lnTo>
                  <a:pt x="14511" y="14730"/>
                </a:lnTo>
                <a:cubicBezTo>
                  <a:pt x="14344" y="12262"/>
                  <a:pt x="13944" y="9793"/>
                  <a:pt x="13377" y="7358"/>
                </a:cubicBezTo>
                <a:lnTo>
                  <a:pt x="13444" y="1354"/>
                </a:lnTo>
                <a:cubicBezTo>
                  <a:pt x="13444" y="1354"/>
                  <a:pt x="11576" y="0"/>
                  <a:pt x="7717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7"/>
          <p:cNvSpPr/>
          <p:nvPr/>
        </p:nvSpPr>
        <p:spPr>
          <a:xfrm flipH="1">
            <a:off x="1023851" y="3846883"/>
            <a:ext cx="303446" cy="314574"/>
          </a:xfrm>
          <a:custGeom>
            <a:avLst/>
            <a:gdLst/>
            <a:ahLst/>
            <a:cxnLst/>
            <a:rect l="l" t="t" r="r" b="b"/>
            <a:pathLst>
              <a:path w="14512" h="15046" fill="none" extrusionOk="0">
                <a:moveTo>
                  <a:pt x="13444" y="1669"/>
                </a:moveTo>
                <a:cubicBezTo>
                  <a:pt x="13444" y="1669"/>
                  <a:pt x="11142" y="1"/>
                  <a:pt x="6372" y="368"/>
                </a:cubicBezTo>
                <a:cubicBezTo>
                  <a:pt x="6372" y="368"/>
                  <a:pt x="6005" y="6105"/>
                  <a:pt x="5371" y="7773"/>
                </a:cubicBezTo>
                <a:cubicBezTo>
                  <a:pt x="4704" y="9441"/>
                  <a:pt x="1268" y="12310"/>
                  <a:pt x="634" y="12810"/>
                </a:cubicBezTo>
                <a:cubicBezTo>
                  <a:pt x="1" y="13311"/>
                  <a:pt x="1" y="15045"/>
                  <a:pt x="1" y="15045"/>
                </a:cubicBezTo>
                <a:lnTo>
                  <a:pt x="14511" y="15045"/>
                </a:lnTo>
                <a:cubicBezTo>
                  <a:pt x="14344" y="12577"/>
                  <a:pt x="13944" y="10108"/>
                  <a:pt x="13377" y="7673"/>
                </a:cubicBezTo>
                <a:close/>
              </a:path>
            </a:pathLst>
          </a:custGeom>
          <a:solidFill>
            <a:srgbClr val="191919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37"/>
          <p:cNvSpPr/>
          <p:nvPr/>
        </p:nvSpPr>
        <p:spPr>
          <a:xfrm flipH="1">
            <a:off x="1143833" y="4033106"/>
            <a:ext cx="110928" cy="36985"/>
          </a:xfrm>
          <a:custGeom>
            <a:avLst/>
            <a:gdLst/>
            <a:ahLst/>
            <a:cxnLst/>
            <a:rect l="l" t="t" r="r" b="b"/>
            <a:pathLst>
              <a:path w="5305" h="1769" fill="none" extrusionOk="0">
                <a:moveTo>
                  <a:pt x="5305" y="1768"/>
                </a:moveTo>
                <a:cubicBezTo>
                  <a:pt x="5305" y="1768"/>
                  <a:pt x="2236" y="0"/>
                  <a:pt x="1" y="1335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7"/>
          <p:cNvSpPr/>
          <p:nvPr/>
        </p:nvSpPr>
        <p:spPr>
          <a:xfrm flipH="1">
            <a:off x="1127795" y="4010087"/>
            <a:ext cx="98361" cy="34895"/>
          </a:xfrm>
          <a:custGeom>
            <a:avLst/>
            <a:gdLst/>
            <a:ahLst/>
            <a:cxnLst/>
            <a:rect l="l" t="t" r="r" b="b"/>
            <a:pathLst>
              <a:path w="4704" h="1669" fill="none" extrusionOk="0">
                <a:moveTo>
                  <a:pt x="4704" y="1668"/>
                </a:moveTo>
                <a:cubicBezTo>
                  <a:pt x="4704" y="1668"/>
                  <a:pt x="2536" y="1"/>
                  <a:pt x="0" y="901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7"/>
          <p:cNvSpPr/>
          <p:nvPr/>
        </p:nvSpPr>
        <p:spPr>
          <a:xfrm flipH="1">
            <a:off x="1108955" y="3968251"/>
            <a:ext cx="99762" cy="37675"/>
          </a:xfrm>
          <a:custGeom>
            <a:avLst/>
            <a:gdLst/>
            <a:ahLst/>
            <a:cxnLst/>
            <a:rect l="l" t="t" r="r" b="b"/>
            <a:pathLst>
              <a:path w="4771" h="1802" fill="none" extrusionOk="0">
                <a:moveTo>
                  <a:pt x="4770" y="1801"/>
                </a:moveTo>
                <a:cubicBezTo>
                  <a:pt x="4770" y="1801"/>
                  <a:pt x="2469" y="0"/>
                  <a:pt x="0" y="1134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7"/>
          <p:cNvSpPr/>
          <p:nvPr/>
        </p:nvSpPr>
        <p:spPr>
          <a:xfrm flipH="1">
            <a:off x="1101971" y="3926394"/>
            <a:ext cx="101874" cy="32114"/>
          </a:xfrm>
          <a:custGeom>
            <a:avLst/>
            <a:gdLst/>
            <a:ahLst/>
            <a:cxnLst/>
            <a:rect l="l" t="t" r="r" b="b"/>
            <a:pathLst>
              <a:path w="4872" h="1536" fill="none" extrusionOk="0">
                <a:moveTo>
                  <a:pt x="4871" y="1535"/>
                </a:moveTo>
                <a:cubicBezTo>
                  <a:pt x="4871" y="1535"/>
                  <a:pt x="2036" y="1"/>
                  <a:pt x="1" y="1168"/>
                </a:cubicBezTo>
              </a:path>
            </a:pathLst>
          </a:custGeom>
          <a:noFill/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7"/>
          <p:cNvSpPr/>
          <p:nvPr/>
        </p:nvSpPr>
        <p:spPr>
          <a:xfrm flipH="1">
            <a:off x="1023851" y="4161436"/>
            <a:ext cx="306938" cy="22329"/>
          </a:xfrm>
          <a:custGeom>
            <a:avLst/>
            <a:gdLst/>
            <a:ahLst/>
            <a:cxnLst/>
            <a:rect l="l" t="t" r="r" b="b"/>
            <a:pathLst>
              <a:path w="14679" h="1068" extrusionOk="0">
                <a:moveTo>
                  <a:pt x="168" y="0"/>
                </a:moveTo>
                <a:lnTo>
                  <a:pt x="1" y="534"/>
                </a:lnTo>
                <a:cubicBezTo>
                  <a:pt x="735" y="901"/>
                  <a:pt x="1569" y="1068"/>
                  <a:pt x="2403" y="1068"/>
                </a:cubicBezTo>
                <a:lnTo>
                  <a:pt x="10208" y="1068"/>
                </a:lnTo>
                <a:cubicBezTo>
                  <a:pt x="10642" y="834"/>
                  <a:pt x="11126" y="717"/>
                  <a:pt x="11609" y="717"/>
                </a:cubicBezTo>
                <a:cubicBezTo>
                  <a:pt x="12093" y="717"/>
                  <a:pt x="12577" y="834"/>
                  <a:pt x="13010" y="1068"/>
                </a:cubicBezTo>
                <a:lnTo>
                  <a:pt x="14678" y="1068"/>
                </a:lnTo>
                <a:lnTo>
                  <a:pt x="14678" y="0"/>
                </a:lnTo>
                <a:close/>
              </a:path>
            </a:pathLst>
          </a:custGeom>
          <a:solidFill>
            <a:srgbClr val="D0E1A3"/>
          </a:solidFill>
          <a:ln w="10850" cap="rnd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7"/>
          <p:cNvSpPr/>
          <p:nvPr/>
        </p:nvSpPr>
        <p:spPr>
          <a:xfrm flipH="1">
            <a:off x="621396" y="1327132"/>
            <a:ext cx="1283435" cy="1177970"/>
          </a:xfrm>
          <a:custGeom>
            <a:avLst/>
            <a:gdLst/>
            <a:ahLst/>
            <a:cxnLst/>
            <a:rect l="l" t="t" r="r" b="b"/>
            <a:pathLst>
              <a:path w="61379" h="56342" extrusionOk="0">
                <a:moveTo>
                  <a:pt x="8407" y="0"/>
                </a:moveTo>
                <a:lnTo>
                  <a:pt x="8407" y="2035"/>
                </a:lnTo>
                <a:cubicBezTo>
                  <a:pt x="8407" y="2035"/>
                  <a:pt x="6272" y="7072"/>
                  <a:pt x="6439" y="14344"/>
                </a:cubicBezTo>
                <a:cubicBezTo>
                  <a:pt x="6572" y="21582"/>
                  <a:pt x="1" y="24418"/>
                  <a:pt x="19782" y="31023"/>
                </a:cubicBezTo>
                <a:cubicBezTo>
                  <a:pt x="19782" y="31023"/>
                  <a:pt x="19148" y="42898"/>
                  <a:pt x="21283" y="48168"/>
                </a:cubicBezTo>
                <a:cubicBezTo>
                  <a:pt x="21283" y="48168"/>
                  <a:pt x="37161" y="56141"/>
                  <a:pt x="47301" y="56207"/>
                </a:cubicBezTo>
                <a:cubicBezTo>
                  <a:pt x="47301" y="56207"/>
                  <a:pt x="47506" y="56342"/>
                  <a:pt x="47710" y="56342"/>
                </a:cubicBezTo>
                <a:cubicBezTo>
                  <a:pt x="48180" y="56342"/>
                  <a:pt x="48649" y="55627"/>
                  <a:pt x="46601" y="50903"/>
                </a:cubicBezTo>
                <a:lnTo>
                  <a:pt x="50003" y="46233"/>
                </a:lnTo>
                <a:cubicBezTo>
                  <a:pt x="50003" y="46233"/>
                  <a:pt x="53687" y="52673"/>
                  <a:pt x="56821" y="52673"/>
                </a:cubicBezTo>
                <a:cubicBezTo>
                  <a:pt x="57253" y="52673"/>
                  <a:pt x="57675" y="52550"/>
                  <a:pt x="58076" y="52271"/>
                </a:cubicBezTo>
                <a:cubicBezTo>
                  <a:pt x="61378" y="49969"/>
                  <a:pt x="58743" y="25252"/>
                  <a:pt x="53239" y="21749"/>
                </a:cubicBezTo>
                <a:cubicBezTo>
                  <a:pt x="51671" y="20715"/>
                  <a:pt x="49937" y="19948"/>
                  <a:pt x="48102" y="19448"/>
                </a:cubicBezTo>
                <a:cubicBezTo>
                  <a:pt x="48102" y="19448"/>
                  <a:pt x="47606" y="18952"/>
                  <a:pt x="47128" y="18952"/>
                </a:cubicBezTo>
                <a:cubicBezTo>
                  <a:pt x="46939" y="18952"/>
                  <a:pt x="46752" y="19030"/>
                  <a:pt x="46601" y="19247"/>
                </a:cubicBezTo>
                <a:cubicBezTo>
                  <a:pt x="46066" y="20024"/>
                  <a:pt x="44929" y="20312"/>
                  <a:pt x="43537" y="20312"/>
                </a:cubicBezTo>
                <a:cubicBezTo>
                  <a:pt x="39545" y="20312"/>
                  <a:pt x="33458" y="17947"/>
                  <a:pt x="33458" y="17947"/>
                </a:cubicBezTo>
                <a:cubicBezTo>
                  <a:pt x="33458" y="17947"/>
                  <a:pt x="32854" y="17278"/>
                  <a:pt x="31364" y="17278"/>
                </a:cubicBezTo>
                <a:cubicBezTo>
                  <a:pt x="31329" y="17278"/>
                  <a:pt x="31293" y="17279"/>
                  <a:pt x="31257" y="17279"/>
                </a:cubicBezTo>
                <a:cubicBezTo>
                  <a:pt x="30189" y="16379"/>
                  <a:pt x="28855" y="15845"/>
                  <a:pt x="27487" y="15745"/>
                </a:cubicBezTo>
                <a:cubicBezTo>
                  <a:pt x="27363" y="15736"/>
                  <a:pt x="27223" y="15732"/>
                  <a:pt x="27068" y="15732"/>
                </a:cubicBezTo>
                <a:cubicBezTo>
                  <a:pt x="24831" y="15732"/>
                  <a:pt x="19626" y="16602"/>
                  <a:pt x="17256" y="16602"/>
                </a:cubicBezTo>
                <a:cubicBezTo>
                  <a:pt x="16715" y="16602"/>
                  <a:pt x="16322" y="16557"/>
                  <a:pt x="16146" y="16445"/>
                </a:cubicBezTo>
                <a:cubicBezTo>
                  <a:pt x="15145" y="15812"/>
                  <a:pt x="13177" y="0"/>
                  <a:pt x="13177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7"/>
          <p:cNvSpPr/>
          <p:nvPr/>
        </p:nvSpPr>
        <p:spPr>
          <a:xfrm flipH="1">
            <a:off x="621396" y="1327132"/>
            <a:ext cx="1283435" cy="1205840"/>
          </a:xfrm>
          <a:custGeom>
            <a:avLst/>
            <a:gdLst/>
            <a:ahLst/>
            <a:cxnLst/>
            <a:rect l="l" t="t" r="r" b="b"/>
            <a:pathLst>
              <a:path w="61379" h="57675" fill="none" extrusionOk="0">
                <a:moveTo>
                  <a:pt x="53239" y="21749"/>
                </a:moveTo>
                <a:cubicBezTo>
                  <a:pt x="51671" y="20715"/>
                  <a:pt x="49937" y="19948"/>
                  <a:pt x="48102" y="19448"/>
                </a:cubicBezTo>
                <a:cubicBezTo>
                  <a:pt x="48102" y="19448"/>
                  <a:pt x="47135" y="18480"/>
                  <a:pt x="46601" y="19247"/>
                </a:cubicBezTo>
                <a:cubicBezTo>
                  <a:pt x="44533" y="22250"/>
                  <a:pt x="33458" y="17947"/>
                  <a:pt x="33458" y="17947"/>
                </a:cubicBezTo>
                <a:cubicBezTo>
                  <a:pt x="33458" y="17947"/>
                  <a:pt x="32824" y="17246"/>
                  <a:pt x="31257" y="17279"/>
                </a:cubicBezTo>
                <a:cubicBezTo>
                  <a:pt x="30189" y="16379"/>
                  <a:pt x="28855" y="15845"/>
                  <a:pt x="27487" y="15745"/>
                </a:cubicBezTo>
                <a:cubicBezTo>
                  <a:pt x="25152" y="15578"/>
                  <a:pt x="17147" y="17079"/>
                  <a:pt x="16146" y="16445"/>
                </a:cubicBezTo>
                <a:cubicBezTo>
                  <a:pt x="15145" y="15812"/>
                  <a:pt x="13177" y="0"/>
                  <a:pt x="13177" y="0"/>
                </a:cubicBezTo>
                <a:lnTo>
                  <a:pt x="8407" y="0"/>
                </a:lnTo>
                <a:lnTo>
                  <a:pt x="8407" y="2035"/>
                </a:lnTo>
                <a:cubicBezTo>
                  <a:pt x="8407" y="2035"/>
                  <a:pt x="6272" y="7072"/>
                  <a:pt x="6439" y="14344"/>
                </a:cubicBezTo>
                <a:cubicBezTo>
                  <a:pt x="6572" y="21582"/>
                  <a:pt x="1" y="24418"/>
                  <a:pt x="19782" y="31023"/>
                </a:cubicBezTo>
                <a:cubicBezTo>
                  <a:pt x="19782" y="31023"/>
                  <a:pt x="19148" y="42898"/>
                  <a:pt x="21283" y="48168"/>
                </a:cubicBezTo>
                <a:cubicBezTo>
                  <a:pt x="21283" y="48168"/>
                  <a:pt x="37161" y="56141"/>
                  <a:pt x="47301" y="56207"/>
                </a:cubicBezTo>
                <a:cubicBezTo>
                  <a:pt x="47301" y="56207"/>
                  <a:pt x="49536" y="57675"/>
                  <a:pt x="46601" y="50903"/>
                </a:cubicBezTo>
                <a:lnTo>
                  <a:pt x="50003" y="46233"/>
                </a:lnTo>
                <a:cubicBezTo>
                  <a:pt x="50003" y="46233"/>
                  <a:pt x="54773" y="54573"/>
                  <a:pt x="58076" y="52271"/>
                </a:cubicBezTo>
                <a:cubicBezTo>
                  <a:pt x="61378" y="49969"/>
                  <a:pt x="58743" y="25252"/>
                  <a:pt x="53239" y="21749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7"/>
          <p:cNvSpPr/>
          <p:nvPr/>
        </p:nvSpPr>
        <p:spPr>
          <a:xfrm flipH="1">
            <a:off x="930404" y="1519607"/>
            <a:ext cx="288767" cy="320575"/>
          </a:xfrm>
          <a:custGeom>
            <a:avLst/>
            <a:gdLst/>
            <a:ahLst/>
            <a:cxnLst/>
            <a:rect l="l" t="t" r="r" b="b"/>
            <a:pathLst>
              <a:path w="13810" h="15333" extrusionOk="0">
                <a:moveTo>
                  <a:pt x="12442" y="1"/>
                </a:moveTo>
                <a:cubicBezTo>
                  <a:pt x="12442" y="1"/>
                  <a:pt x="967" y="1269"/>
                  <a:pt x="3169" y="3704"/>
                </a:cubicBezTo>
                <a:cubicBezTo>
                  <a:pt x="3603" y="4171"/>
                  <a:pt x="3936" y="4671"/>
                  <a:pt x="4203" y="5205"/>
                </a:cubicBezTo>
                <a:cubicBezTo>
                  <a:pt x="5037" y="6873"/>
                  <a:pt x="4670" y="8207"/>
                  <a:pt x="4336" y="8540"/>
                </a:cubicBezTo>
                <a:cubicBezTo>
                  <a:pt x="4303" y="8574"/>
                  <a:pt x="4270" y="8574"/>
                  <a:pt x="4236" y="8607"/>
                </a:cubicBezTo>
                <a:cubicBezTo>
                  <a:pt x="3943" y="8769"/>
                  <a:pt x="3217" y="8814"/>
                  <a:pt x="2495" y="8814"/>
                </a:cubicBezTo>
                <a:cubicBezTo>
                  <a:pt x="1577" y="8814"/>
                  <a:pt x="667" y="8741"/>
                  <a:pt x="667" y="8741"/>
                </a:cubicBezTo>
                <a:lnTo>
                  <a:pt x="667" y="8741"/>
                </a:lnTo>
                <a:cubicBezTo>
                  <a:pt x="667" y="8741"/>
                  <a:pt x="0" y="14978"/>
                  <a:pt x="4403" y="15312"/>
                </a:cubicBezTo>
                <a:cubicBezTo>
                  <a:pt x="4567" y="15326"/>
                  <a:pt x="4730" y="15332"/>
                  <a:pt x="4894" y="15332"/>
                </a:cubicBezTo>
                <a:cubicBezTo>
                  <a:pt x="9515" y="15332"/>
                  <a:pt x="13810" y="10041"/>
                  <a:pt x="13810" y="10041"/>
                </a:cubicBezTo>
                <a:cubicBezTo>
                  <a:pt x="13810" y="10041"/>
                  <a:pt x="11208" y="9941"/>
                  <a:pt x="10908" y="8741"/>
                </a:cubicBezTo>
                <a:cubicBezTo>
                  <a:pt x="9840" y="4971"/>
                  <a:pt x="12442" y="1"/>
                  <a:pt x="12442" y="1"/>
                </a:cubicBezTo>
                <a:close/>
              </a:path>
            </a:pathLst>
          </a:custGeom>
          <a:solidFill>
            <a:srgbClr val="FFFFFF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7"/>
          <p:cNvSpPr/>
          <p:nvPr/>
        </p:nvSpPr>
        <p:spPr>
          <a:xfrm flipH="1">
            <a:off x="1026653" y="1610868"/>
            <a:ext cx="104634" cy="88543"/>
          </a:xfrm>
          <a:custGeom>
            <a:avLst/>
            <a:gdLst/>
            <a:ahLst/>
            <a:cxnLst/>
            <a:rect l="l" t="t" r="r" b="b"/>
            <a:pathLst>
              <a:path w="5004" h="4235" extrusionOk="0">
                <a:moveTo>
                  <a:pt x="3407" y="1"/>
                </a:moveTo>
                <a:cubicBezTo>
                  <a:pt x="2402" y="1"/>
                  <a:pt x="1093" y="163"/>
                  <a:pt x="0" y="840"/>
                </a:cubicBezTo>
                <a:cubicBezTo>
                  <a:pt x="834" y="2508"/>
                  <a:pt x="467" y="3842"/>
                  <a:pt x="100" y="4175"/>
                </a:cubicBezTo>
                <a:cubicBezTo>
                  <a:pt x="329" y="4216"/>
                  <a:pt x="549" y="4235"/>
                  <a:pt x="759" y="4235"/>
                </a:cubicBezTo>
                <a:cubicBezTo>
                  <a:pt x="3863" y="4235"/>
                  <a:pt x="5004" y="139"/>
                  <a:pt x="5004" y="139"/>
                </a:cubicBezTo>
                <a:cubicBezTo>
                  <a:pt x="5004" y="139"/>
                  <a:pt x="4335" y="1"/>
                  <a:pt x="3407" y="1"/>
                </a:cubicBezTo>
                <a:close/>
              </a:path>
            </a:pathLst>
          </a:custGeom>
          <a:solidFill>
            <a:srgbClr val="26323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7"/>
          <p:cNvSpPr/>
          <p:nvPr/>
        </p:nvSpPr>
        <p:spPr>
          <a:xfrm flipH="1">
            <a:off x="948512" y="1268570"/>
            <a:ext cx="346688" cy="410414"/>
          </a:xfrm>
          <a:custGeom>
            <a:avLst/>
            <a:gdLst/>
            <a:ahLst/>
            <a:cxnLst/>
            <a:rect l="l" t="t" r="r" b="b"/>
            <a:pathLst>
              <a:path w="16580" h="19630" extrusionOk="0">
                <a:moveTo>
                  <a:pt x="9131" y="0"/>
                </a:moveTo>
                <a:cubicBezTo>
                  <a:pt x="8726" y="0"/>
                  <a:pt x="8296" y="32"/>
                  <a:pt x="7839" y="99"/>
                </a:cubicBezTo>
                <a:cubicBezTo>
                  <a:pt x="0" y="1267"/>
                  <a:pt x="3769" y="12842"/>
                  <a:pt x="4570" y="15711"/>
                </a:cubicBezTo>
                <a:cubicBezTo>
                  <a:pt x="4858" y="16734"/>
                  <a:pt x="7907" y="19630"/>
                  <a:pt x="9481" y="19630"/>
                </a:cubicBezTo>
                <a:cubicBezTo>
                  <a:pt x="9548" y="19630"/>
                  <a:pt x="9612" y="19624"/>
                  <a:pt x="9674" y="19613"/>
                </a:cubicBezTo>
                <a:cubicBezTo>
                  <a:pt x="10808" y="19380"/>
                  <a:pt x="14911" y="15911"/>
                  <a:pt x="15144" y="14476"/>
                </a:cubicBezTo>
                <a:cubicBezTo>
                  <a:pt x="15682" y="10838"/>
                  <a:pt x="16580" y="0"/>
                  <a:pt x="9131" y="0"/>
                </a:cubicBezTo>
                <a:close/>
              </a:path>
            </a:pathLst>
          </a:custGeom>
          <a:solidFill>
            <a:srgbClr val="FFFFFF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7"/>
          <p:cNvSpPr/>
          <p:nvPr/>
        </p:nvSpPr>
        <p:spPr>
          <a:xfrm flipH="1">
            <a:off x="922019" y="1240659"/>
            <a:ext cx="450610" cy="405208"/>
          </a:xfrm>
          <a:custGeom>
            <a:avLst/>
            <a:gdLst/>
            <a:ahLst/>
            <a:cxnLst/>
            <a:rect l="l" t="t" r="r" b="b"/>
            <a:pathLst>
              <a:path w="21550" h="19381" extrusionOk="0">
                <a:moveTo>
                  <a:pt x="12176" y="0"/>
                </a:moveTo>
                <a:cubicBezTo>
                  <a:pt x="2169" y="33"/>
                  <a:pt x="0" y="12342"/>
                  <a:pt x="5304" y="19381"/>
                </a:cubicBezTo>
                <a:cubicBezTo>
                  <a:pt x="5304" y="19381"/>
                  <a:pt x="4103" y="3636"/>
                  <a:pt x="14444" y="3036"/>
                </a:cubicBezTo>
                <a:cubicBezTo>
                  <a:pt x="14444" y="3036"/>
                  <a:pt x="14444" y="8806"/>
                  <a:pt x="19648" y="10474"/>
                </a:cubicBezTo>
                <a:lnTo>
                  <a:pt x="21549" y="4770"/>
                </a:lnTo>
                <a:lnTo>
                  <a:pt x="12176" y="0"/>
                </a:lnTo>
                <a:close/>
              </a:path>
            </a:pathLst>
          </a:custGeom>
          <a:solidFill>
            <a:srgbClr val="19191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7"/>
          <p:cNvSpPr/>
          <p:nvPr/>
        </p:nvSpPr>
        <p:spPr>
          <a:xfrm flipH="1">
            <a:off x="919928" y="1431042"/>
            <a:ext cx="66389" cy="102342"/>
          </a:xfrm>
          <a:custGeom>
            <a:avLst/>
            <a:gdLst/>
            <a:ahLst/>
            <a:cxnLst/>
            <a:rect l="l" t="t" r="r" b="b"/>
            <a:pathLst>
              <a:path w="3175" h="4895" extrusionOk="0">
                <a:moveTo>
                  <a:pt x="1609" y="0"/>
                </a:moveTo>
                <a:cubicBezTo>
                  <a:pt x="909" y="0"/>
                  <a:pt x="0" y="1203"/>
                  <a:pt x="105" y="1702"/>
                </a:cubicBezTo>
                <a:lnTo>
                  <a:pt x="372" y="4737"/>
                </a:lnTo>
                <a:cubicBezTo>
                  <a:pt x="476" y="4850"/>
                  <a:pt x="587" y="4895"/>
                  <a:pt x="701" y="4895"/>
                </a:cubicBezTo>
                <a:cubicBezTo>
                  <a:pt x="1027" y="4895"/>
                  <a:pt x="1385" y="4526"/>
                  <a:pt x="1707" y="4304"/>
                </a:cubicBezTo>
                <a:cubicBezTo>
                  <a:pt x="2607" y="3637"/>
                  <a:pt x="3174" y="2002"/>
                  <a:pt x="2107" y="301"/>
                </a:cubicBezTo>
                <a:cubicBezTo>
                  <a:pt x="1972" y="88"/>
                  <a:pt x="1798" y="0"/>
                  <a:pt x="1609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7"/>
          <p:cNvSpPr/>
          <p:nvPr/>
        </p:nvSpPr>
        <p:spPr>
          <a:xfrm flipH="1">
            <a:off x="919928" y="1416407"/>
            <a:ext cx="66996" cy="122748"/>
          </a:xfrm>
          <a:custGeom>
            <a:avLst/>
            <a:gdLst/>
            <a:ahLst/>
            <a:cxnLst/>
            <a:rect l="l" t="t" r="r" b="b"/>
            <a:pathLst>
              <a:path w="3204" h="5871" fill="none" extrusionOk="0">
                <a:moveTo>
                  <a:pt x="134" y="2402"/>
                </a:moveTo>
                <a:cubicBezTo>
                  <a:pt x="1" y="1768"/>
                  <a:pt x="1502" y="0"/>
                  <a:pt x="2136" y="1001"/>
                </a:cubicBezTo>
                <a:cubicBezTo>
                  <a:pt x="3203" y="2702"/>
                  <a:pt x="2636" y="4337"/>
                  <a:pt x="1736" y="5004"/>
                </a:cubicBezTo>
                <a:cubicBezTo>
                  <a:pt x="1302" y="5304"/>
                  <a:pt x="802" y="5871"/>
                  <a:pt x="401" y="5437"/>
                </a:cubicBezTo>
              </a:path>
            </a:pathLst>
          </a:custGeom>
          <a:noFill/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7"/>
          <p:cNvSpPr/>
          <p:nvPr/>
        </p:nvSpPr>
        <p:spPr>
          <a:xfrm flipH="1">
            <a:off x="866671" y="1392510"/>
            <a:ext cx="155633" cy="163998"/>
          </a:xfrm>
          <a:custGeom>
            <a:avLst/>
            <a:gdLst/>
            <a:ahLst/>
            <a:cxnLst/>
            <a:rect l="l" t="t" r="r" b="b"/>
            <a:pathLst>
              <a:path w="7443" h="7844" extrusionOk="0">
                <a:moveTo>
                  <a:pt x="2918" y="0"/>
                </a:moveTo>
                <a:cubicBezTo>
                  <a:pt x="0" y="0"/>
                  <a:pt x="244" y="7324"/>
                  <a:pt x="2894" y="7815"/>
                </a:cubicBezTo>
                <a:cubicBezTo>
                  <a:pt x="2998" y="7834"/>
                  <a:pt x="3101" y="7844"/>
                  <a:pt x="3203" y="7844"/>
                </a:cubicBezTo>
                <a:cubicBezTo>
                  <a:pt x="6037" y="7844"/>
                  <a:pt x="7442" y="428"/>
                  <a:pt x="3094" y="9"/>
                </a:cubicBezTo>
                <a:cubicBezTo>
                  <a:pt x="3034" y="3"/>
                  <a:pt x="2975" y="0"/>
                  <a:pt x="2918" y="0"/>
                </a:cubicBezTo>
                <a:close/>
              </a:path>
            </a:pathLst>
          </a:custGeom>
          <a:solidFill>
            <a:srgbClr val="999999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7"/>
          <p:cNvSpPr/>
          <p:nvPr/>
        </p:nvSpPr>
        <p:spPr>
          <a:xfrm flipH="1">
            <a:off x="922019" y="1235871"/>
            <a:ext cx="239963" cy="195882"/>
          </a:xfrm>
          <a:custGeom>
            <a:avLst/>
            <a:gdLst/>
            <a:ahLst/>
            <a:cxnLst/>
            <a:rect l="l" t="t" r="r" b="b"/>
            <a:pathLst>
              <a:path w="11476" h="9369" extrusionOk="0">
                <a:moveTo>
                  <a:pt x="2496" y="1"/>
                </a:moveTo>
                <a:cubicBezTo>
                  <a:pt x="857" y="1"/>
                  <a:pt x="0" y="663"/>
                  <a:pt x="0" y="663"/>
                </a:cubicBezTo>
                <a:cubicBezTo>
                  <a:pt x="72" y="662"/>
                  <a:pt x="144" y="661"/>
                  <a:pt x="215" y="661"/>
                </a:cubicBezTo>
                <a:cubicBezTo>
                  <a:pt x="9613" y="661"/>
                  <a:pt x="10007" y="9369"/>
                  <a:pt x="10007" y="9369"/>
                </a:cubicBezTo>
                <a:lnTo>
                  <a:pt x="11475" y="9369"/>
                </a:lnTo>
                <a:cubicBezTo>
                  <a:pt x="11475" y="3031"/>
                  <a:pt x="6972" y="930"/>
                  <a:pt x="4237" y="229"/>
                </a:cubicBezTo>
                <a:cubicBezTo>
                  <a:pt x="3583" y="64"/>
                  <a:pt x="3003" y="1"/>
                  <a:pt x="249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7"/>
          <p:cNvSpPr/>
          <p:nvPr/>
        </p:nvSpPr>
        <p:spPr>
          <a:xfrm flipH="1">
            <a:off x="875474" y="1414860"/>
            <a:ext cx="114064" cy="119842"/>
          </a:xfrm>
          <a:custGeom>
            <a:avLst/>
            <a:gdLst/>
            <a:ahLst/>
            <a:cxnLst/>
            <a:rect l="l" t="t" r="r" b="b"/>
            <a:pathLst>
              <a:path w="5455" h="5732" extrusionOk="0">
                <a:moveTo>
                  <a:pt x="2156" y="0"/>
                </a:moveTo>
                <a:cubicBezTo>
                  <a:pt x="0" y="0"/>
                  <a:pt x="200" y="5352"/>
                  <a:pt x="2127" y="5711"/>
                </a:cubicBezTo>
                <a:cubicBezTo>
                  <a:pt x="2202" y="5725"/>
                  <a:pt x="2275" y="5731"/>
                  <a:pt x="2347" y="5731"/>
                </a:cubicBezTo>
                <a:cubicBezTo>
                  <a:pt x="4437" y="5731"/>
                  <a:pt x="5454" y="298"/>
                  <a:pt x="2294" y="7"/>
                </a:cubicBezTo>
                <a:cubicBezTo>
                  <a:pt x="2247" y="3"/>
                  <a:pt x="2201" y="0"/>
                  <a:pt x="2156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7"/>
          <p:cNvSpPr/>
          <p:nvPr/>
        </p:nvSpPr>
        <p:spPr>
          <a:xfrm flipH="1">
            <a:off x="678606" y="2605918"/>
            <a:ext cx="398984" cy="527810"/>
          </a:xfrm>
          <a:custGeom>
            <a:avLst/>
            <a:gdLst/>
            <a:ahLst/>
            <a:cxnLst/>
            <a:rect l="l" t="t" r="r" b="b"/>
            <a:pathLst>
              <a:path w="19081" h="25245" extrusionOk="0">
                <a:moveTo>
                  <a:pt x="16335" y="1"/>
                </a:moveTo>
                <a:cubicBezTo>
                  <a:pt x="16216" y="1"/>
                  <a:pt x="16095" y="26"/>
                  <a:pt x="15979" y="80"/>
                </a:cubicBezTo>
                <a:lnTo>
                  <a:pt x="601" y="7552"/>
                </a:lnTo>
                <a:cubicBezTo>
                  <a:pt x="234" y="7752"/>
                  <a:pt x="1" y="8153"/>
                  <a:pt x="67" y="8586"/>
                </a:cubicBezTo>
                <a:lnTo>
                  <a:pt x="2135" y="24531"/>
                </a:lnTo>
                <a:cubicBezTo>
                  <a:pt x="2212" y="24966"/>
                  <a:pt x="2584" y="25245"/>
                  <a:pt x="2979" y="25245"/>
                </a:cubicBezTo>
                <a:cubicBezTo>
                  <a:pt x="3098" y="25245"/>
                  <a:pt x="3220" y="25219"/>
                  <a:pt x="3336" y="25165"/>
                </a:cubicBezTo>
                <a:lnTo>
                  <a:pt x="18480" y="17326"/>
                </a:lnTo>
                <a:cubicBezTo>
                  <a:pt x="18847" y="17126"/>
                  <a:pt x="19081" y="16725"/>
                  <a:pt x="19014" y="16325"/>
                </a:cubicBezTo>
                <a:lnTo>
                  <a:pt x="17146" y="714"/>
                </a:lnTo>
                <a:cubicBezTo>
                  <a:pt x="17095" y="279"/>
                  <a:pt x="16729" y="1"/>
                  <a:pt x="16335" y="1"/>
                </a:cubicBezTo>
                <a:close/>
              </a:path>
            </a:pathLst>
          </a:custGeom>
          <a:solidFill>
            <a:srgbClr val="BFBFBF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7"/>
          <p:cNvSpPr/>
          <p:nvPr/>
        </p:nvSpPr>
        <p:spPr>
          <a:xfrm flipH="1">
            <a:off x="661167" y="2616100"/>
            <a:ext cx="398984" cy="527684"/>
          </a:xfrm>
          <a:custGeom>
            <a:avLst/>
            <a:gdLst/>
            <a:ahLst/>
            <a:cxnLst/>
            <a:rect l="l" t="t" r="r" b="b"/>
            <a:pathLst>
              <a:path w="19081" h="25239" extrusionOk="0">
                <a:moveTo>
                  <a:pt x="16347" y="0"/>
                </a:moveTo>
                <a:cubicBezTo>
                  <a:pt x="16224" y="0"/>
                  <a:pt x="16099" y="30"/>
                  <a:pt x="15979" y="94"/>
                </a:cubicBezTo>
                <a:lnTo>
                  <a:pt x="601" y="7566"/>
                </a:lnTo>
                <a:cubicBezTo>
                  <a:pt x="234" y="7766"/>
                  <a:pt x="0" y="8166"/>
                  <a:pt x="67" y="8600"/>
                </a:cubicBezTo>
                <a:lnTo>
                  <a:pt x="2135" y="24511"/>
                </a:lnTo>
                <a:cubicBezTo>
                  <a:pt x="2211" y="24942"/>
                  <a:pt x="2577" y="25238"/>
                  <a:pt x="2967" y="25238"/>
                </a:cubicBezTo>
                <a:cubicBezTo>
                  <a:pt x="3090" y="25238"/>
                  <a:pt x="3216" y="25209"/>
                  <a:pt x="3336" y="25145"/>
                </a:cubicBezTo>
                <a:lnTo>
                  <a:pt x="18480" y="17339"/>
                </a:lnTo>
                <a:cubicBezTo>
                  <a:pt x="18847" y="17139"/>
                  <a:pt x="19081" y="16739"/>
                  <a:pt x="19014" y="16305"/>
                </a:cubicBezTo>
                <a:lnTo>
                  <a:pt x="17146" y="727"/>
                </a:lnTo>
                <a:cubicBezTo>
                  <a:pt x="17095" y="296"/>
                  <a:pt x="16736" y="0"/>
                  <a:pt x="1634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7"/>
          <p:cNvSpPr/>
          <p:nvPr/>
        </p:nvSpPr>
        <p:spPr>
          <a:xfrm flipH="1">
            <a:off x="825771" y="2831448"/>
            <a:ext cx="51627" cy="80933"/>
          </a:xfrm>
          <a:custGeom>
            <a:avLst/>
            <a:gdLst/>
            <a:ahLst/>
            <a:cxnLst/>
            <a:rect l="l" t="t" r="r" b="b"/>
            <a:pathLst>
              <a:path w="2469" h="3871" extrusionOk="0">
                <a:moveTo>
                  <a:pt x="1234" y="1"/>
                </a:moveTo>
                <a:cubicBezTo>
                  <a:pt x="967" y="1"/>
                  <a:pt x="734" y="134"/>
                  <a:pt x="534" y="301"/>
                </a:cubicBezTo>
                <a:cubicBezTo>
                  <a:pt x="567" y="468"/>
                  <a:pt x="567" y="635"/>
                  <a:pt x="600" y="768"/>
                </a:cubicBezTo>
                <a:cubicBezTo>
                  <a:pt x="600" y="1369"/>
                  <a:pt x="400" y="1969"/>
                  <a:pt x="0" y="2403"/>
                </a:cubicBezTo>
                <a:cubicBezTo>
                  <a:pt x="133" y="3237"/>
                  <a:pt x="634" y="3870"/>
                  <a:pt x="1234" y="3870"/>
                </a:cubicBezTo>
                <a:cubicBezTo>
                  <a:pt x="1901" y="3870"/>
                  <a:pt x="2468" y="3003"/>
                  <a:pt x="2468" y="1936"/>
                </a:cubicBezTo>
                <a:cubicBezTo>
                  <a:pt x="2468" y="868"/>
                  <a:pt x="1935" y="1"/>
                  <a:pt x="1234" y="1"/>
                </a:cubicBezTo>
                <a:close/>
              </a:path>
            </a:pathLst>
          </a:custGeom>
          <a:solidFill>
            <a:srgbClr val="D0E1A3"/>
          </a:solidFill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37"/>
          <p:cNvSpPr/>
          <p:nvPr/>
        </p:nvSpPr>
        <p:spPr>
          <a:xfrm flipH="1">
            <a:off x="673713" y="2532972"/>
            <a:ext cx="191996" cy="575855"/>
          </a:xfrm>
          <a:custGeom>
            <a:avLst/>
            <a:gdLst/>
            <a:ahLst/>
            <a:cxnLst/>
            <a:rect l="l" t="t" r="r" b="b"/>
            <a:pathLst>
              <a:path w="9182" h="27543" extrusionOk="0">
                <a:moveTo>
                  <a:pt x="2710" y="0"/>
                </a:moveTo>
                <a:lnTo>
                  <a:pt x="4244" y="18146"/>
                </a:lnTo>
                <a:cubicBezTo>
                  <a:pt x="4244" y="18146"/>
                  <a:pt x="3377" y="20581"/>
                  <a:pt x="2710" y="21349"/>
                </a:cubicBezTo>
                <a:cubicBezTo>
                  <a:pt x="2043" y="22116"/>
                  <a:pt x="842" y="26085"/>
                  <a:pt x="242" y="26853"/>
                </a:cubicBezTo>
                <a:cubicBezTo>
                  <a:pt x="1" y="27161"/>
                  <a:pt x="7" y="27377"/>
                  <a:pt x="209" y="27377"/>
                </a:cubicBezTo>
                <a:cubicBezTo>
                  <a:pt x="509" y="27377"/>
                  <a:pt x="1245" y="26896"/>
                  <a:pt x="2243" y="25518"/>
                </a:cubicBezTo>
                <a:cubicBezTo>
                  <a:pt x="2777" y="26085"/>
                  <a:pt x="3277" y="26719"/>
                  <a:pt x="3711" y="27386"/>
                </a:cubicBezTo>
                <a:cubicBezTo>
                  <a:pt x="3760" y="27496"/>
                  <a:pt x="3826" y="27543"/>
                  <a:pt x="3905" y="27543"/>
                </a:cubicBezTo>
                <a:cubicBezTo>
                  <a:pt x="4305" y="27543"/>
                  <a:pt x="5038" y="26353"/>
                  <a:pt x="5679" y="26185"/>
                </a:cubicBezTo>
                <a:cubicBezTo>
                  <a:pt x="6446" y="25952"/>
                  <a:pt x="7980" y="25418"/>
                  <a:pt x="7980" y="24651"/>
                </a:cubicBezTo>
                <a:cubicBezTo>
                  <a:pt x="7980" y="23884"/>
                  <a:pt x="8981" y="23350"/>
                  <a:pt x="9081" y="22316"/>
                </a:cubicBezTo>
                <a:cubicBezTo>
                  <a:pt x="9181" y="21315"/>
                  <a:pt x="8081" y="17479"/>
                  <a:pt x="8081" y="17479"/>
                </a:cubicBezTo>
                <a:lnTo>
                  <a:pt x="8548" y="701"/>
                </a:lnTo>
                <a:lnTo>
                  <a:pt x="2710" y="0"/>
                </a:lnTo>
                <a:close/>
              </a:path>
            </a:pathLst>
          </a:custGeom>
          <a:solidFill>
            <a:srgbClr val="FFFFFF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7"/>
          <p:cNvSpPr/>
          <p:nvPr/>
        </p:nvSpPr>
        <p:spPr>
          <a:xfrm flipH="1">
            <a:off x="650691" y="1905287"/>
            <a:ext cx="264386" cy="786247"/>
          </a:xfrm>
          <a:custGeom>
            <a:avLst/>
            <a:gdLst/>
            <a:ahLst/>
            <a:cxnLst/>
            <a:rect l="l" t="t" r="r" b="b"/>
            <a:pathLst>
              <a:path w="12644" h="37606" extrusionOk="0">
                <a:moveTo>
                  <a:pt x="7606" y="1"/>
                </a:moveTo>
                <a:cubicBezTo>
                  <a:pt x="5838" y="201"/>
                  <a:pt x="1" y="6805"/>
                  <a:pt x="735" y="7706"/>
                </a:cubicBezTo>
                <a:cubicBezTo>
                  <a:pt x="1468" y="8573"/>
                  <a:pt x="1769" y="11876"/>
                  <a:pt x="1769" y="11876"/>
                </a:cubicBezTo>
                <a:cubicBezTo>
                  <a:pt x="1835" y="13877"/>
                  <a:pt x="2736" y="25519"/>
                  <a:pt x="3470" y="27487"/>
                </a:cubicBezTo>
                <a:cubicBezTo>
                  <a:pt x="4204" y="29455"/>
                  <a:pt x="4571" y="32657"/>
                  <a:pt x="4571" y="32657"/>
                </a:cubicBezTo>
                <a:cubicBezTo>
                  <a:pt x="4571" y="32657"/>
                  <a:pt x="3303" y="33625"/>
                  <a:pt x="5405" y="35192"/>
                </a:cubicBezTo>
                <a:cubicBezTo>
                  <a:pt x="6922" y="36318"/>
                  <a:pt x="8762" y="37605"/>
                  <a:pt x="10109" y="37605"/>
                </a:cubicBezTo>
                <a:cubicBezTo>
                  <a:pt x="10598" y="37605"/>
                  <a:pt x="11022" y="37436"/>
                  <a:pt x="11342" y="37027"/>
                </a:cubicBezTo>
                <a:cubicBezTo>
                  <a:pt x="11709" y="36593"/>
                  <a:pt x="11209" y="34926"/>
                  <a:pt x="11209" y="34926"/>
                </a:cubicBezTo>
                <a:lnTo>
                  <a:pt x="12176" y="26519"/>
                </a:lnTo>
                <a:cubicBezTo>
                  <a:pt x="12176" y="26519"/>
                  <a:pt x="12643" y="19948"/>
                  <a:pt x="12076" y="14511"/>
                </a:cubicBezTo>
                <a:lnTo>
                  <a:pt x="760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7"/>
          <p:cNvSpPr/>
          <p:nvPr/>
        </p:nvSpPr>
        <p:spPr>
          <a:xfrm flipH="1">
            <a:off x="1452130" y="1728138"/>
            <a:ext cx="39081" cy="246918"/>
          </a:xfrm>
          <a:custGeom>
            <a:avLst/>
            <a:gdLst/>
            <a:ahLst/>
            <a:cxnLst/>
            <a:rect l="l" t="t" r="r" b="b"/>
            <a:pathLst>
              <a:path w="1869" h="11810" fill="none" extrusionOk="0">
                <a:moveTo>
                  <a:pt x="501" y="1"/>
                </a:moveTo>
                <a:cubicBezTo>
                  <a:pt x="501" y="1"/>
                  <a:pt x="1869" y="6372"/>
                  <a:pt x="1" y="11809"/>
                </a:cubicBezTo>
              </a:path>
            </a:pathLst>
          </a:custGeom>
          <a:noFill/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7"/>
          <p:cNvSpPr/>
          <p:nvPr/>
        </p:nvSpPr>
        <p:spPr>
          <a:xfrm flipH="1">
            <a:off x="930404" y="2391387"/>
            <a:ext cx="172298" cy="30713"/>
          </a:xfrm>
          <a:custGeom>
            <a:avLst/>
            <a:gdLst/>
            <a:ahLst/>
            <a:cxnLst/>
            <a:rect l="l" t="t" r="r" b="b"/>
            <a:pathLst>
              <a:path w="8240" h="1469" fill="none" extrusionOk="0">
                <a:moveTo>
                  <a:pt x="8240" y="0"/>
                </a:moveTo>
                <a:cubicBezTo>
                  <a:pt x="5638" y="1168"/>
                  <a:pt x="2769" y="1468"/>
                  <a:pt x="1" y="834"/>
                </a:cubicBezTo>
              </a:path>
            </a:pathLst>
          </a:custGeom>
          <a:noFill/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7"/>
          <p:cNvSpPr/>
          <p:nvPr/>
        </p:nvSpPr>
        <p:spPr>
          <a:xfrm flipH="1">
            <a:off x="1556053" y="1670956"/>
            <a:ext cx="69777" cy="89296"/>
          </a:xfrm>
          <a:custGeom>
            <a:avLst/>
            <a:gdLst/>
            <a:ahLst/>
            <a:cxnLst/>
            <a:rect l="l" t="t" r="r" b="b"/>
            <a:pathLst>
              <a:path w="3337" h="4271" fill="none" extrusionOk="0">
                <a:moveTo>
                  <a:pt x="2803" y="0"/>
                </a:moveTo>
                <a:cubicBezTo>
                  <a:pt x="2803" y="0"/>
                  <a:pt x="3337" y="2569"/>
                  <a:pt x="1669" y="3436"/>
                </a:cubicBezTo>
                <a:cubicBezTo>
                  <a:pt x="1" y="4270"/>
                  <a:pt x="1669" y="1735"/>
                  <a:pt x="1669" y="1735"/>
                </a:cubicBezTo>
              </a:path>
            </a:pathLst>
          </a:custGeom>
          <a:noFill/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7"/>
          <p:cNvSpPr/>
          <p:nvPr/>
        </p:nvSpPr>
        <p:spPr>
          <a:xfrm flipH="1">
            <a:off x="719046" y="2588063"/>
            <a:ext cx="100473" cy="43258"/>
          </a:xfrm>
          <a:custGeom>
            <a:avLst/>
            <a:gdLst/>
            <a:ahLst/>
            <a:cxnLst/>
            <a:rect l="l" t="t" r="r" b="b"/>
            <a:pathLst>
              <a:path w="4805" h="2069" fill="none" extrusionOk="0">
                <a:moveTo>
                  <a:pt x="1" y="0"/>
                </a:moveTo>
                <a:cubicBezTo>
                  <a:pt x="1" y="0"/>
                  <a:pt x="2836" y="2068"/>
                  <a:pt x="4804" y="1568"/>
                </a:cubicBezTo>
              </a:path>
            </a:pathLst>
          </a:custGeom>
          <a:noFill/>
          <a:ln w="108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7"/>
          <p:cNvSpPr/>
          <p:nvPr/>
        </p:nvSpPr>
        <p:spPr>
          <a:xfrm flipH="1">
            <a:off x="1685894" y="1142196"/>
            <a:ext cx="33498" cy="108824"/>
          </a:xfrm>
          <a:custGeom>
            <a:avLst/>
            <a:gdLst/>
            <a:ahLst/>
            <a:cxnLst/>
            <a:rect l="l" t="t" r="r" b="b"/>
            <a:pathLst>
              <a:path w="1602" h="5205" fill="none" extrusionOk="0">
                <a:moveTo>
                  <a:pt x="768" y="1"/>
                </a:moveTo>
                <a:cubicBezTo>
                  <a:pt x="1135" y="735"/>
                  <a:pt x="1602" y="1769"/>
                  <a:pt x="1435" y="2102"/>
                </a:cubicBezTo>
                <a:cubicBezTo>
                  <a:pt x="1235" y="2436"/>
                  <a:pt x="1" y="4137"/>
                  <a:pt x="434" y="5205"/>
                </a:cubicBezTo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7"/>
          <p:cNvSpPr/>
          <p:nvPr/>
        </p:nvSpPr>
        <p:spPr>
          <a:xfrm flipH="1">
            <a:off x="1787726" y="1180561"/>
            <a:ext cx="53718" cy="30713"/>
          </a:xfrm>
          <a:custGeom>
            <a:avLst/>
            <a:gdLst/>
            <a:ahLst/>
            <a:cxnLst/>
            <a:rect l="l" t="t" r="r" b="b"/>
            <a:pathLst>
              <a:path w="2569" h="1469" fill="none" extrusionOk="0">
                <a:moveTo>
                  <a:pt x="434" y="1"/>
                </a:moveTo>
                <a:lnTo>
                  <a:pt x="0" y="1235"/>
                </a:lnTo>
                <a:cubicBezTo>
                  <a:pt x="367" y="1468"/>
                  <a:pt x="834" y="1368"/>
                  <a:pt x="1101" y="1035"/>
                </a:cubicBezTo>
                <a:cubicBezTo>
                  <a:pt x="1601" y="434"/>
                  <a:pt x="2569" y="668"/>
                  <a:pt x="2569" y="668"/>
                </a:cubicBezTo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7"/>
          <p:cNvSpPr/>
          <p:nvPr/>
        </p:nvSpPr>
        <p:spPr>
          <a:xfrm flipH="1">
            <a:off x="1717280" y="1142196"/>
            <a:ext cx="88596" cy="27222"/>
          </a:xfrm>
          <a:custGeom>
            <a:avLst/>
            <a:gdLst/>
            <a:ahLst/>
            <a:cxnLst/>
            <a:rect l="l" t="t" r="r" b="b"/>
            <a:pathLst>
              <a:path w="4237" h="1302" fill="none" extrusionOk="0">
                <a:moveTo>
                  <a:pt x="1935" y="1"/>
                </a:moveTo>
                <a:cubicBezTo>
                  <a:pt x="1935" y="1"/>
                  <a:pt x="0" y="1235"/>
                  <a:pt x="2302" y="968"/>
                </a:cubicBezTo>
                <a:cubicBezTo>
                  <a:pt x="3670" y="802"/>
                  <a:pt x="4237" y="1202"/>
                  <a:pt x="4203" y="1302"/>
                </a:cubicBezTo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7"/>
          <p:cNvSpPr/>
          <p:nvPr/>
        </p:nvSpPr>
        <p:spPr>
          <a:xfrm flipH="1">
            <a:off x="1745174" y="1150580"/>
            <a:ext cx="71868" cy="33494"/>
          </a:xfrm>
          <a:custGeom>
            <a:avLst/>
            <a:gdLst/>
            <a:ahLst/>
            <a:cxnLst/>
            <a:rect l="l" t="t" r="r" b="b"/>
            <a:pathLst>
              <a:path w="3437" h="1602" fill="none" extrusionOk="0">
                <a:moveTo>
                  <a:pt x="835" y="0"/>
                </a:moveTo>
                <a:cubicBezTo>
                  <a:pt x="835" y="0"/>
                  <a:pt x="1" y="667"/>
                  <a:pt x="468" y="1068"/>
                </a:cubicBezTo>
                <a:cubicBezTo>
                  <a:pt x="968" y="1468"/>
                  <a:pt x="1969" y="1301"/>
                  <a:pt x="2169" y="1268"/>
                </a:cubicBezTo>
                <a:cubicBezTo>
                  <a:pt x="2602" y="1268"/>
                  <a:pt x="3036" y="1368"/>
                  <a:pt x="3436" y="1601"/>
                </a:cubicBezTo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7"/>
          <p:cNvSpPr/>
          <p:nvPr/>
        </p:nvSpPr>
        <p:spPr>
          <a:xfrm flipH="1">
            <a:off x="1694948" y="1098959"/>
            <a:ext cx="1572892" cy="3068656"/>
          </a:xfrm>
          <a:custGeom>
            <a:avLst/>
            <a:gdLst/>
            <a:ahLst/>
            <a:cxnLst/>
            <a:rect l="l" t="t" r="r" b="b"/>
            <a:pathLst>
              <a:path w="75222" h="146773" extrusionOk="0">
                <a:moveTo>
                  <a:pt x="3837" y="1"/>
                </a:moveTo>
                <a:cubicBezTo>
                  <a:pt x="1702" y="1"/>
                  <a:pt x="1" y="1735"/>
                  <a:pt x="1" y="3870"/>
                </a:cubicBezTo>
                <a:lnTo>
                  <a:pt x="1" y="142903"/>
                </a:lnTo>
                <a:cubicBezTo>
                  <a:pt x="1" y="145071"/>
                  <a:pt x="1702" y="146773"/>
                  <a:pt x="3837" y="146773"/>
                </a:cubicBezTo>
                <a:lnTo>
                  <a:pt x="71385" y="146773"/>
                </a:lnTo>
                <a:cubicBezTo>
                  <a:pt x="73520" y="146773"/>
                  <a:pt x="75221" y="145071"/>
                  <a:pt x="75221" y="142903"/>
                </a:cubicBezTo>
                <a:lnTo>
                  <a:pt x="75221" y="3870"/>
                </a:lnTo>
                <a:cubicBezTo>
                  <a:pt x="75221" y="1735"/>
                  <a:pt x="73520" y="1"/>
                  <a:pt x="71385" y="1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7"/>
          <p:cNvSpPr/>
          <p:nvPr/>
        </p:nvSpPr>
        <p:spPr>
          <a:xfrm flipH="1">
            <a:off x="2603090" y="1154071"/>
            <a:ext cx="51648" cy="43529"/>
          </a:xfrm>
          <a:custGeom>
            <a:avLst/>
            <a:gdLst/>
            <a:ahLst/>
            <a:cxnLst/>
            <a:rect l="l" t="t" r="r" b="b"/>
            <a:pathLst>
              <a:path w="2470" h="2082" extrusionOk="0">
                <a:moveTo>
                  <a:pt x="1435" y="0"/>
                </a:moveTo>
                <a:cubicBezTo>
                  <a:pt x="468" y="0"/>
                  <a:pt x="1" y="1134"/>
                  <a:pt x="668" y="1768"/>
                </a:cubicBezTo>
                <a:cubicBezTo>
                  <a:pt x="885" y="1985"/>
                  <a:pt x="1151" y="2082"/>
                  <a:pt x="1412" y="2082"/>
                </a:cubicBezTo>
                <a:cubicBezTo>
                  <a:pt x="1953" y="2082"/>
                  <a:pt x="2469" y="1664"/>
                  <a:pt x="2469" y="1034"/>
                </a:cubicBezTo>
                <a:cubicBezTo>
                  <a:pt x="2469" y="467"/>
                  <a:pt x="2002" y="0"/>
                  <a:pt x="1435" y="0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7"/>
          <p:cNvSpPr/>
          <p:nvPr/>
        </p:nvSpPr>
        <p:spPr>
          <a:xfrm flipH="1">
            <a:off x="2315724" y="1161724"/>
            <a:ext cx="32118" cy="28037"/>
          </a:xfrm>
          <a:custGeom>
            <a:avLst/>
            <a:gdLst/>
            <a:ahLst/>
            <a:cxnLst/>
            <a:rect l="l" t="t" r="r" b="b"/>
            <a:pathLst>
              <a:path w="1536" h="1341" extrusionOk="0">
                <a:moveTo>
                  <a:pt x="868" y="1"/>
                </a:moveTo>
                <a:cubicBezTo>
                  <a:pt x="268" y="1"/>
                  <a:pt x="1" y="735"/>
                  <a:pt x="401" y="1135"/>
                </a:cubicBezTo>
                <a:cubicBezTo>
                  <a:pt x="543" y="1277"/>
                  <a:pt x="713" y="1340"/>
                  <a:pt x="878" y="1340"/>
                </a:cubicBezTo>
                <a:cubicBezTo>
                  <a:pt x="1218" y="1340"/>
                  <a:pt x="1535" y="1072"/>
                  <a:pt x="1535" y="668"/>
                </a:cubicBezTo>
                <a:cubicBezTo>
                  <a:pt x="1535" y="301"/>
                  <a:pt x="1235" y="1"/>
                  <a:pt x="868" y="1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7"/>
          <p:cNvSpPr/>
          <p:nvPr/>
        </p:nvSpPr>
        <p:spPr>
          <a:xfrm flipH="1">
            <a:off x="2386170" y="1168017"/>
            <a:ext cx="179972" cy="15367"/>
          </a:xfrm>
          <a:custGeom>
            <a:avLst/>
            <a:gdLst/>
            <a:ahLst/>
            <a:cxnLst/>
            <a:rect l="l" t="t" r="r" b="b"/>
            <a:pathLst>
              <a:path w="8607" h="735" extrusionOk="0">
                <a:moveTo>
                  <a:pt x="300" y="0"/>
                </a:moveTo>
                <a:cubicBezTo>
                  <a:pt x="133" y="0"/>
                  <a:pt x="0" y="134"/>
                  <a:pt x="0" y="300"/>
                </a:cubicBezTo>
                <a:lnTo>
                  <a:pt x="0" y="434"/>
                </a:lnTo>
                <a:cubicBezTo>
                  <a:pt x="0" y="601"/>
                  <a:pt x="133" y="734"/>
                  <a:pt x="300" y="734"/>
                </a:cubicBezTo>
                <a:lnTo>
                  <a:pt x="8306" y="734"/>
                </a:lnTo>
                <a:cubicBezTo>
                  <a:pt x="8473" y="734"/>
                  <a:pt x="8606" y="601"/>
                  <a:pt x="8606" y="434"/>
                </a:cubicBezTo>
                <a:lnTo>
                  <a:pt x="8606" y="300"/>
                </a:lnTo>
                <a:cubicBezTo>
                  <a:pt x="8606" y="134"/>
                  <a:pt x="8473" y="0"/>
                  <a:pt x="8306" y="0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7"/>
          <p:cNvSpPr/>
          <p:nvPr/>
        </p:nvSpPr>
        <p:spPr>
          <a:xfrm flipH="1">
            <a:off x="1740302" y="1149869"/>
            <a:ext cx="1482205" cy="2974510"/>
          </a:xfrm>
          <a:custGeom>
            <a:avLst/>
            <a:gdLst/>
            <a:ahLst/>
            <a:cxnLst/>
            <a:rect l="l" t="t" r="r" b="b"/>
            <a:pathLst>
              <a:path w="70885" h="142270" extrusionOk="0">
                <a:moveTo>
                  <a:pt x="2536" y="1"/>
                </a:moveTo>
                <a:cubicBezTo>
                  <a:pt x="1135" y="1"/>
                  <a:pt x="1" y="1135"/>
                  <a:pt x="1" y="2536"/>
                </a:cubicBezTo>
                <a:lnTo>
                  <a:pt x="1" y="139734"/>
                </a:lnTo>
                <a:cubicBezTo>
                  <a:pt x="1" y="141135"/>
                  <a:pt x="1135" y="142269"/>
                  <a:pt x="2536" y="142269"/>
                </a:cubicBezTo>
                <a:lnTo>
                  <a:pt x="68350" y="142269"/>
                </a:lnTo>
                <a:cubicBezTo>
                  <a:pt x="69751" y="142269"/>
                  <a:pt x="70885" y="141135"/>
                  <a:pt x="70885" y="139734"/>
                </a:cubicBezTo>
                <a:lnTo>
                  <a:pt x="70885" y="2536"/>
                </a:lnTo>
                <a:cubicBezTo>
                  <a:pt x="70885" y="1135"/>
                  <a:pt x="69751" y="1"/>
                  <a:pt x="68350" y="1"/>
                </a:cubicBezTo>
                <a:lnTo>
                  <a:pt x="54840" y="1"/>
                </a:lnTo>
                <a:cubicBezTo>
                  <a:pt x="53939" y="1"/>
                  <a:pt x="53139" y="535"/>
                  <a:pt x="52839" y="1369"/>
                </a:cubicBezTo>
                <a:lnTo>
                  <a:pt x="52272" y="2936"/>
                </a:lnTo>
                <a:cubicBezTo>
                  <a:pt x="51971" y="3770"/>
                  <a:pt x="51171" y="4304"/>
                  <a:pt x="50270" y="4304"/>
                </a:cubicBezTo>
                <a:lnTo>
                  <a:pt x="20616" y="4304"/>
                </a:lnTo>
                <a:cubicBezTo>
                  <a:pt x="19715" y="4304"/>
                  <a:pt x="18914" y="3770"/>
                  <a:pt x="18614" y="2936"/>
                </a:cubicBezTo>
                <a:lnTo>
                  <a:pt x="18047" y="1369"/>
                </a:lnTo>
                <a:cubicBezTo>
                  <a:pt x="17714" y="535"/>
                  <a:pt x="16946" y="1"/>
                  <a:pt x="16046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46000">
                <a:schemeClr val="lt2"/>
              </a:gs>
              <a:gs pos="66000">
                <a:schemeClr val="accent1"/>
              </a:gs>
              <a:gs pos="100000">
                <a:schemeClr val="accent2"/>
              </a:gs>
            </a:gsLst>
            <a:lin ang="54007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7"/>
          <p:cNvSpPr/>
          <p:nvPr/>
        </p:nvSpPr>
        <p:spPr>
          <a:xfrm flipH="1">
            <a:off x="1740302" y="3903972"/>
            <a:ext cx="1482205" cy="220407"/>
          </a:xfrm>
          <a:custGeom>
            <a:avLst/>
            <a:gdLst/>
            <a:ahLst/>
            <a:cxnLst/>
            <a:rect l="l" t="t" r="r" b="b"/>
            <a:pathLst>
              <a:path w="70885" h="10542" extrusionOk="0">
                <a:moveTo>
                  <a:pt x="1" y="0"/>
                </a:moveTo>
                <a:lnTo>
                  <a:pt x="1" y="8006"/>
                </a:lnTo>
                <a:cubicBezTo>
                  <a:pt x="1" y="9407"/>
                  <a:pt x="1135" y="10541"/>
                  <a:pt x="2536" y="10541"/>
                </a:cubicBezTo>
                <a:lnTo>
                  <a:pt x="68350" y="10541"/>
                </a:lnTo>
                <a:cubicBezTo>
                  <a:pt x="69751" y="10541"/>
                  <a:pt x="70885" y="9407"/>
                  <a:pt x="70885" y="8006"/>
                </a:cubicBezTo>
                <a:lnTo>
                  <a:pt x="70885" y="0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7"/>
          <p:cNvSpPr/>
          <p:nvPr/>
        </p:nvSpPr>
        <p:spPr>
          <a:xfrm flipH="1">
            <a:off x="1740302" y="1149869"/>
            <a:ext cx="1482205" cy="184843"/>
          </a:xfrm>
          <a:custGeom>
            <a:avLst/>
            <a:gdLst/>
            <a:ahLst/>
            <a:cxnLst/>
            <a:rect l="l" t="t" r="r" b="b"/>
            <a:pathLst>
              <a:path w="70885" h="8841" extrusionOk="0">
                <a:moveTo>
                  <a:pt x="2536" y="1"/>
                </a:moveTo>
                <a:cubicBezTo>
                  <a:pt x="1135" y="1"/>
                  <a:pt x="1" y="1135"/>
                  <a:pt x="1" y="2536"/>
                </a:cubicBezTo>
                <a:lnTo>
                  <a:pt x="1" y="8841"/>
                </a:lnTo>
                <a:lnTo>
                  <a:pt x="70885" y="8841"/>
                </a:lnTo>
                <a:lnTo>
                  <a:pt x="70885" y="2536"/>
                </a:lnTo>
                <a:cubicBezTo>
                  <a:pt x="70885" y="1135"/>
                  <a:pt x="69751" y="1"/>
                  <a:pt x="68350" y="1"/>
                </a:cubicBezTo>
                <a:lnTo>
                  <a:pt x="54840" y="1"/>
                </a:lnTo>
                <a:cubicBezTo>
                  <a:pt x="53973" y="1"/>
                  <a:pt x="53172" y="535"/>
                  <a:pt x="52839" y="1369"/>
                </a:cubicBezTo>
                <a:lnTo>
                  <a:pt x="52272" y="2936"/>
                </a:lnTo>
                <a:cubicBezTo>
                  <a:pt x="51971" y="3770"/>
                  <a:pt x="51171" y="4304"/>
                  <a:pt x="50270" y="4304"/>
                </a:cubicBezTo>
                <a:lnTo>
                  <a:pt x="20616" y="4304"/>
                </a:lnTo>
                <a:cubicBezTo>
                  <a:pt x="19715" y="4304"/>
                  <a:pt x="18948" y="3770"/>
                  <a:pt x="18614" y="2936"/>
                </a:cubicBezTo>
                <a:lnTo>
                  <a:pt x="18047" y="1369"/>
                </a:lnTo>
                <a:cubicBezTo>
                  <a:pt x="17747" y="535"/>
                  <a:pt x="16946" y="1"/>
                  <a:pt x="16046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7"/>
          <p:cNvSpPr/>
          <p:nvPr/>
        </p:nvSpPr>
        <p:spPr>
          <a:xfrm flipH="1">
            <a:off x="1740302" y="1149179"/>
            <a:ext cx="1482205" cy="2975200"/>
          </a:xfrm>
          <a:custGeom>
            <a:avLst/>
            <a:gdLst/>
            <a:ahLst/>
            <a:cxnLst/>
            <a:rect l="l" t="t" r="r" b="b"/>
            <a:pathLst>
              <a:path w="70885" h="142303" fill="none" extrusionOk="0">
                <a:moveTo>
                  <a:pt x="70885" y="2536"/>
                </a:moveTo>
                <a:lnTo>
                  <a:pt x="70885" y="139767"/>
                </a:lnTo>
                <a:cubicBezTo>
                  <a:pt x="70885" y="141135"/>
                  <a:pt x="69751" y="142302"/>
                  <a:pt x="68350" y="142302"/>
                </a:cubicBezTo>
                <a:lnTo>
                  <a:pt x="2536" y="142302"/>
                </a:lnTo>
                <a:cubicBezTo>
                  <a:pt x="1135" y="142302"/>
                  <a:pt x="1" y="141168"/>
                  <a:pt x="1" y="139767"/>
                </a:cubicBezTo>
                <a:lnTo>
                  <a:pt x="1" y="2536"/>
                </a:lnTo>
                <a:cubicBezTo>
                  <a:pt x="1" y="1135"/>
                  <a:pt x="1135" y="1"/>
                  <a:pt x="2536" y="1"/>
                </a:cubicBezTo>
                <a:lnTo>
                  <a:pt x="16046" y="1"/>
                </a:lnTo>
                <a:cubicBezTo>
                  <a:pt x="16946" y="1"/>
                  <a:pt x="17714" y="568"/>
                  <a:pt x="18047" y="1402"/>
                </a:cubicBezTo>
                <a:lnTo>
                  <a:pt x="18614" y="2936"/>
                </a:lnTo>
                <a:cubicBezTo>
                  <a:pt x="18914" y="3770"/>
                  <a:pt x="19715" y="4304"/>
                  <a:pt x="20616" y="4337"/>
                </a:cubicBezTo>
                <a:lnTo>
                  <a:pt x="50270" y="4337"/>
                </a:lnTo>
                <a:cubicBezTo>
                  <a:pt x="51171" y="4337"/>
                  <a:pt x="51971" y="3770"/>
                  <a:pt x="52272" y="2936"/>
                </a:cubicBezTo>
                <a:lnTo>
                  <a:pt x="52839" y="1402"/>
                </a:lnTo>
                <a:cubicBezTo>
                  <a:pt x="53139" y="568"/>
                  <a:pt x="53939" y="1"/>
                  <a:pt x="54840" y="1"/>
                </a:cubicBezTo>
                <a:lnTo>
                  <a:pt x="68350" y="1"/>
                </a:lnTo>
                <a:cubicBezTo>
                  <a:pt x="69751" y="1"/>
                  <a:pt x="70885" y="1135"/>
                  <a:pt x="70885" y="2536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7"/>
          <p:cNvSpPr/>
          <p:nvPr/>
        </p:nvSpPr>
        <p:spPr>
          <a:xfrm>
            <a:off x="2057495" y="2972229"/>
            <a:ext cx="834225" cy="252479"/>
          </a:xfrm>
          <a:custGeom>
            <a:avLst/>
            <a:gdLst/>
            <a:ahLst/>
            <a:cxnLst/>
            <a:rect l="l" t="t" r="r" b="b"/>
            <a:pathLst>
              <a:path w="39896" h="12076" extrusionOk="0">
                <a:moveTo>
                  <a:pt x="5038" y="0"/>
                </a:moveTo>
                <a:cubicBezTo>
                  <a:pt x="2269" y="0"/>
                  <a:pt x="1" y="2235"/>
                  <a:pt x="1" y="5037"/>
                </a:cubicBezTo>
                <a:lnTo>
                  <a:pt x="1" y="7039"/>
                </a:lnTo>
                <a:cubicBezTo>
                  <a:pt x="1" y="9841"/>
                  <a:pt x="2269" y="12076"/>
                  <a:pt x="5038" y="12076"/>
                </a:cubicBezTo>
                <a:lnTo>
                  <a:pt x="34892" y="12076"/>
                </a:lnTo>
                <a:cubicBezTo>
                  <a:pt x="37661" y="12076"/>
                  <a:pt x="39896" y="9841"/>
                  <a:pt x="39896" y="7039"/>
                </a:cubicBezTo>
                <a:lnTo>
                  <a:pt x="39896" y="5037"/>
                </a:lnTo>
                <a:cubicBezTo>
                  <a:pt x="39896" y="2235"/>
                  <a:pt x="37661" y="0"/>
                  <a:pt x="34892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7"/>
          <p:cNvSpPr/>
          <p:nvPr/>
        </p:nvSpPr>
        <p:spPr>
          <a:xfrm>
            <a:off x="2300929" y="2321525"/>
            <a:ext cx="348758" cy="235063"/>
          </a:xfrm>
          <a:custGeom>
            <a:avLst/>
            <a:gdLst/>
            <a:ahLst/>
            <a:cxnLst/>
            <a:rect l="l" t="t" r="r" b="b"/>
            <a:pathLst>
              <a:path w="16679" h="11243" extrusionOk="0">
                <a:moveTo>
                  <a:pt x="3736" y="1"/>
                </a:moveTo>
                <a:lnTo>
                  <a:pt x="3736" y="6139"/>
                </a:lnTo>
                <a:cubicBezTo>
                  <a:pt x="3736" y="8307"/>
                  <a:pt x="2402" y="10275"/>
                  <a:pt x="401" y="11076"/>
                </a:cubicBezTo>
                <a:lnTo>
                  <a:pt x="0" y="11242"/>
                </a:lnTo>
                <a:lnTo>
                  <a:pt x="16679" y="11242"/>
                </a:lnTo>
                <a:lnTo>
                  <a:pt x="16245" y="11076"/>
                </a:lnTo>
                <a:cubicBezTo>
                  <a:pt x="14244" y="10242"/>
                  <a:pt x="12910" y="8274"/>
                  <a:pt x="12910" y="6105"/>
                </a:cubicBezTo>
                <a:lnTo>
                  <a:pt x="12910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7"/>
          <p:cNvSpPr/>
          <p:nvPr/>
        </p:nvSpPr>
        <p:spPr>
          <a:xfrm>
            <a:off x="2379049" y="2321525"/>
            <a:ext cx="191828" cy="128560"/>
          </a:xfrm>
          <a:custGeom>
            <a:avLst/>
            <a:gdLst/>
            <a:ahLst/>
            <a:cxnLst/>
            <a:rect l="l" t="t" r="r" b="b"/>
            <a:pathLst>
              <a:path w="9174" h="6149" extrusionOk="0">
                <a:moveTo>
                  <a:pt x="0" y="1"/>
                </a:moveTo>
                <a:lnTo>
                  <a:pt x="0" y="6139"/>
                </a:lnTo>
                <a:cubicBezTo>
                  <a:pt x="307" y="6145"/>
                  <a:pt x="614" y="6149"/>
                  <a:pt x="921" y="6149"/>
                </a:cubicBezTo>
                <a:cubicBezTo>
                  <a:pt x="3683" y="6149"/>
                  <a:pt x="6442" y="5879"/>
                  <a:pt x="9174" y="5338"/>
                </a:cubicBezTo>
                <a:lnTo>
                  <a:pt x="9174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7"/>
          <p:cNvSpPr/>
          <p:nvPr/>
        </p:nvSpPr>
        <p:spPr>
          <a:xfrm>
            <a:off x="2300929" y="2321525"/>
            <a:ext cx="348758" cy="235063"/>
          </a:xfrm>
          <a:custGeom>
            <a:avLst/>
            <a:gdLst/>
            <a:ahLst/>
            <a:cxnLst/>
            <a:rect l="l" t="t" r="r" b="b"/>
            <a:pathLst>
              <a:path w="16679" h="11243" fill="none" extrusionOk="0">
                <a:moveTo>
                  <a:pt x="16679" y="11242"/>
                </a:moveTo>
                <a:lnTo>
                  <a:pt x="0" y="11242"/>
                </a:lnTo>
                <a:lnTo>
                  <a:pt x="401" y="11076"/>
                </a:lnTo>
                <a:cubicBezTo>
                  <a:pt x="2402" y="10275"/>
                  <a:pt x="3736" y="8307"/>
                  <a:pt x="3736" y="6139"/>
                </a:cubicBezTo>
                <a:lnTo>
                  <a:pt x="3736" y="1"/>
                </a:lnTo>
                <a:lnTo>
                  <a:pt x="12910" y="1"/>
                </a:lnTo>
                <a:lnTo>
                  <a:pt x="12910" y="6105"/>
                </a:lnTo>
                <a:cubicBezTo>
                  <a:pt x="12910" y="8274"/>
                  <a:pt x="14244" y="10242"/>
                  <a:pt x="16245" y="11076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7"/>
          <p:cNvSpPr/>
          <p:nvPr/>
        </p:nvSpPr>
        <p:spPr>
          <a:xfrm>
            <a:off x="2058896" y="1769881"/>
            <a:ext cx="832134" cy="620723"/>
          </a:xfrm>
          <a:custGeom>
            <a:avLst/>
            <a:gdLst/>
            <a:ahLst/>
            <a:cxnLst/>
            <a:rect l="l" t="t" r="r" b="b"/>
            <a:pathLst>
              <a:path w="39796" h="29689" extrusionOk="0">
                <a:moveTo>
                  <a:pt x="1235" y="0"/>
                </a:moveTo>
                <a:cubicBezTo>
                  <a:pt x="534" y="0"/>
                  <a:pt x="0" y="568"/>
                  <a:pt x="0" y="1235"/>
                </a:cubicBezTo>
                <a:lnTo>
                  <a:pt x="0" y="28421"/>
                </a:lnTo>
                <a:cubicBezTo>
                  <a:pt x="0" y="29121"/>
                  <a:pt x="534" y="29688"/>
                  <a:pt x="1235" y="29688"/>
                </a:cubicBezTo>
                <a:lnTo>
                  <a:pt x="38528" y="29688"/>
                </a:lnTo>
                <a:cubicBezTo>
                  <a:pt x="39228" y="29688"/>
                  <a:pt x="39795" y="29121"/>
                  <a:pt x="39795" y="28421"/>
                </a:cubicBezTo>
                <a:lnTo>
                  <a:pt x="39795" y="1235"/>
                </a:lnTo>
                <a:cubicBezTo>
                  <a:pt x="39795" y="568"/>
                  <a:pt x="39228" y="0"/>
                  <a:pt x="38528" y="0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7"/>
          <p:cNvSpPr/>
          <p:nvPr/>
        </p:nvSpPr>
        <p:spPr>
          <a:xfrm>
            <a:off x="2091683" y="1816609"/>
            <a:ext cx="765871" cy="526576"/>
          </a:xfrm>
          <a:custGeom>
            <a:avLst/>
            <a:gdLst/>
            <a:ahLst/>
            <a:cxnLst/>
            <a:rect l="l" t="t" r="r" b="b"/>
            <a:pathLst>
              <a:path w="36627" h="25186" extrusionOk="0">
                <a:moveTo>
                  <a:pt x="0" y="0"/>
                </a:moveTo>
                <a:lnTo>
                  <a:pt x="0" y="25185"/>
                </a:lnTo>
                <a:lnTo>
                  <a:pt x="36626" y="25185"/>
                </a:lnTo>
                <a:lnTo>
                  <a:pt x="36626" y="0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7"/>
          <p:cNvSpPr/>
          <p:nvPr/>
        </p:nvSpPr>
        <p:spPr>
          <a:xfrm>
            <a:off x="2092373" y="1816609"/>
            <a:ext cx="531511" cy="404518"/>
          </a:xfrm>
          <a:custGeom>
            <a:avLst/>
            <a:gdLst/>
            <a:ahLst/>
            <a:cxnLst/>
            <a:rect l="l" t="t" r="r" b="b"/>
            <a:pathLst>
              <a:path w="25419" h="19348" extrusionOk="0">
                <a:moveTo>
                  <a:pt x="1" y="0"/>
                </a:moveTo>
                <a:lnTo>
                  <a:pt x="1" y="19348"/>
                </a:lnTo>
                <a:cubicBezTo>
                  <a:pt x="16312" y="17213"/>
                  <a:pt x="25419" y="0"/>
                  <a:pt x="25419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7"/>
          <p:cNvSpPr/>
          <p:nvPr/>
        </p:nvSpPr>
        <p:spPr>
          <a:xfrm>
            <a:off x="2489244" y="2002811"/>
            <a:ext cx="368999" cy="340374"/>
          </a:xfrm>
          <a:custGeom>
            <a:avLst/>
            <a:gdLst/>
            <a:ahLst/>
            <a:cxnLst/>
            <a:rect l="l" t="t" r="r" b="b"/>
            <a:pathLst>
              <a:path w="17647" h="16280" extrusionOk="0">
                <a:moveTo>
                  <a:pt x="17647" y="1"/>
                </a:moveTo>
                <a:cubicBezTo>
                  <a:pt x="11776" y="2402"/>
                  <a:pt x="2703" y="7439"/>
                  <a:pt x="1" y="16279"/>
                </a:cubicBezTo>
                <a:lnTo>
                  <a:pt x="17647" y="16279"/>
                </a:lnTo>
                <a:lnTo>
                  <a:pt x="17647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7"/>
          <p:cNvSpPr/>
          <p:nvPr/>
        </p:nvSpPr>
        <p:spPr>
          <a:xfrm>
            <a:off x="2091683" y="1816609"/>
            <a:ext cx="765871" cy="526576"/>
          </a:xfrm>
          <a:custGeom>
            <a:avLst/>
            <a:gdLst/>
            <a:ahLst/>
            <a:cxnLst/>
            <a:rect l="l" t="t" r="r" b="b"/>
            <a:pathLst>
              <a:path w="36627" h="25186" fill="none" extrusionOk="0">
                <a:moveTo>
                  <a:pt x="0" y="0"/>
                </a:moveTo>
                <a:lnTo>
                  <a:pt x="36626" y="0"/>
                </a:lnTo>
                <a:lnTo>
                  <a:pt x="36626" y="25185"/>
                </a:lnTo>
                <a:lnTo>
                  <a:pt x="0" y="25185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7"/>
          <p:cNvSpPr/>
          <p:nvPr/>
        </p:nvSpPr>
        <p:spPr>
          <a:xfrm>
            <a:off x="2281399" y="2534949"/>
            <a:ext cx="387128" cy="50241"/>
          </a:xfrm>
          <a:custGeom>
            <a:avLst/>
            <a:gdLst/>
            <a:ahLst/>
            <a:cxnLst/>
            <a:rect l="l" t="t" r="r" b="b"/>
            <a:pathLst>
              <a:path w="18514" h="2403" extrusionOk="0">
                <a:moveTo>
                  <a:pt x="834" y="0"/>
                </a:moveTo>
                <a:cubicBezTo>
                  <a:pt x="367" y="34"/>
                  <a:pt x="0" y="401"/>
                  <a:pt x="0" y="834"/>
                </a:cubicBezTo>
                <a:lnTo>
                  <a:pt x="0" y="2402"/>
                </a:lnTo>
                <a:lnTo>
                  <a:pt x="18514" y="2402"/>
                </a:lnTo>
                <a:lnTo>
                  <a:pt x="18514" y="834"/>
                </a:lnTo>
                <a:cubicBezTo>
                  <a:pt x="18514" y="367"/>
                  <a:pt x="18147" y="0"/>
                  <a:pt x="17680" y="0"/>
                </a:cubicBez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7"/>
          <p:cNvSpPr/>
          <p:nvPr/>
        </p:nvSpPr>
        <p:spPr>
          <a:xfrm>
            <a:off x="1984958" y="2690459"/>
            <a:ext cx="173699" cy="174389"/>
          </a:xfrm>
          <a:custGeom>
            <a:avLst/>
            <a:gdLst/>
            <a:ahLst/>
            <a:cxnLst/>
            <a:rect l="l" t="t" r="r" b="b"/>
            <a:pathLst>
              <a:path w="8307" h="8341" extrusionOk="0">
                <a:moveTo>
                  <a:pt x="1" y="1"/>
                </a:moveTo>
                <a:lnTo>
                  <a:pt x="1" y="8340"/>
                </a:lnTo>
                <a:lnTo>
                  <a:pt x="8306" y="8340"/>
                </a:lnTo>
                <a:lnTo>
                  <a:pt x="8306" y="1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7"/>
          <p:cNvSpPr/>
          <p:nvPr/>
        </p:nvSpPr>
        <p:spPr>
          <a:xfrm>
            <a:off x="2186530" y="2690459"/>
            <a:ext cx="173699" cy="174389"/>
          </a:xfrm>
          <a:custGeom>
            <a:avLst/>
            <a:gdLst/>
            <a:ahLst/>
            <a:cxnLst/>
            <a:rect l="l" t="t" r="r" b="b"/>
            <a:pathLst>
              <a:path w="8307" h="8341" extrusionOk="0">
                <a:moveTo>
                  <a:pt x="1" y="1"/>
                </a:moveTo>
                <a:lnTo>
                  <a:pt x="1" y="8340"/>
                </a:lnTo>
                <a:lnTo>
                  <a:pt x="8307" y="8340"/>
                </a:lnTo>
                <a:lnTo>
                  <a:pt x="8307" y="1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7"/>
          <p:cNvSpPr/>
          <p:nvPr/>
        </p:nvSpPr>
        <p:spPr>
          <a:xfrm>
            <a:off x="2388103" y="2690459"/>
            <a:ext cx="173699" cy="174389"/>
          </a:xfrm>
          <a:custGeom>
            <a:avLst/>
            <a:gdLst/>
            <a:ahLst/>
            <a:cxnLst/>
            <a:rect l="l" t="t" r="r" b="b"/>
            <a:pathLst>
              <a:path w="8307" h="8341" extrusionOk="0">
                <a:moveTo>
                  <a:pt x="1" y="1"/>
                </a:moveTo>
                <a:lnTo>
                  <a:pt x="1" y="8340"/>
                </a:lnTo>
                <a:lnTo>
                  <a:pt x="8307" y="8340"/>
                </a:lnTo>
                <a:lnTo>
                  <a:pt x="8307" y="1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7"/>
          <p:cNvSpPr/>
          <p:nvPr/>
        </p:nvSpPr>
        <p:spPr>
          <a:xfrm>
            <a:off x="2589696" y="2690459"/>
            <a:ext cx="173699" cy="174389"/>
          </a:xfrm>
          <a:custGeom>
            <a:avLst/>
            <a:gdLst/>
            <a:ahLst/>
            <a:cxnLst/>
            <a:rect l="l" t="t" r="r" b="b"/>
            <a:pathLst>
              <a:path w="8307" h="8341" extrusionOk="0">
                <a:moveTo>
                  <a:pt x="0" y="1"/>
                </a:moveTo>
                <a:lnTo>
                  <a:pt x="0" y="8340"/>
                </a:lnTo>
                <a:lnTo>
                  <a:pt x="8306" y="8340"/>
                </a:lnTo>
                <a:lnTo>
                  <a:pt x="8306" y="1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7"/>
          <p:cNvSpPr/>
          <p:nvPr/>
        </p:nvSpPr>
        <p:spPr>
          <a:xfrm>
            <a:off x="2791268" y="2690459"/>
            <a:ext cx="173699" cy="174389"/>
          </a:xfrm>
          <a:custGeom>
            <a:avLst/>
            <a:gdLst/>
            <a:ahLst/>
            <a:cxnLst/>
            <a:rect l="l" t="t" r="r" b="b"/>
            <a:pathLst>
              <a:path w="8307" h="8341" extrusionOk="0">
                <a:moveTo>
                  <a:pt x="0" y="1"/>
                </a:moveTo>
                <a:lnTo>
                  <a:pt x="0" y="8340"/>
                </a:lnTo>
                <a:lnTo>
                  <a:pt x="8306" y="8340"/>
                </a:lnTo>
                <a:lnTo>
                  <a:pt x="8306" y="1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7"/>
          <p:cNvSpPr/>
          <p:nvPr/>
        </p:nvSpPr>
        <p:spPr>
          <a:xfrm>
            <a:off x="3006098" y="2751153"/>
            <a:ext cx="25824" cy="52311"/>
          </a:xfrm>
          <a:custGeom>
            <a:avLst/>
            <a:gdLst/>
            <a:ahLst/>
            <a:cxnLst/>
            <a:rect l="l" t="t" r="r" b="b"/>
            <a:pathLst>
              <a:path w="1235" h="2502" fill="none" extrusionOk="0">
                <a:moveTo>
                  <a:pt x="0" y="2502"/>
                </a:moveTo>
                <a:lnTo>
                  <a:pt x="1235" y="1268"/>
                </a:lnTo>
                <a:lnTo>
                  <a:pt x="0" y="0"/>
                </a:lnTo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7"/>
          <p:cNvSpPr/>
          <p:nvPr/>
        </p:nvSpPr>
        <p:spPr>
          <a:xfrm>
            <a:off x="1917293" y="2751153"/>
            <a:ext cx="26535" cy="52311"/>
          </a:xfrm>
          <a:custGeom>
            <a:avLst/>
            <a:gdLst/>
            <a:ahLst/>
            <a:cxnLst/>
            <a:rect l="l" t="t" r="r" b="b"/>
            <a:pathLst>
              <a:path w="1269" h="2502" fill="none" extrusionOk="0">
                <a:moveTo>
                  <a:pt x="1268" y="0"/>
                </a:moveTo>
                <a:lnTo>
                  <a:pt x="1" y="1268"/>
                </a:lnTo>
                <a:lnTo>
                  <a:pt x="1268" y="2502"/>
                </a:lnTo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7"/>
          <p:cNvSpPr/>
          <p:nvPr/>
        </p:nvSpPr>
        <p:spPr>
          <a:xfrm>
            <a:off x="1828718" y="3341853"/>
            <a:ext cx="1291778" cy="115786"/>
          </a:xfrm>
          <a:custGeom>
            <a:avLst/>
            <a:gdLst/>
            <a:ahLst/>
            <a:cxnLst/>
            <a:rect l="l" t="t" r="r" b="b"/>
            <a:pathLst>
              <a:path w="61778" h="5538" extrusionOk="0">
                <a:moveTo>
                  <a:pt x="1" y="1"/>
                </a:moveTo>
                <a:lnTo>
                  <a:pt x="1" y="5538"/>
                </a:lnTo>
                <a:lnTo>
                  <a:pt x="61778" y="5538"/>
                </a:lnTo>
                <a:lnTo>
                  <a:pt x="61778" y="1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7"/>
          <p:cNvSpPr/>
          <p:nvPr/>
        </p:nvSpPr>
        <p:spPr>
          <a:xfrm>
            <a:off x="1887998" y="3533638"/>
            <a:ext cx="963972" cy="25131"/>
          </a:xfrm>
          <a:custGeom>
            <a:avLst/>
            <a:gdLst/>
            <a:ahLst/>
            <a:cxnLst/>
            <a:rect l="l" t="t" r="r" b="b"/>
            <a:pathLst>
              <a:path w="46101" h="1202" extrusionOk="0">
                <a:moveTo>
                  <a:pt x="501" y="1"/>
                </a:moveTo>
                <a:cubicBezTo>
                  <a:pt x="234" y="1"/>
                  <a:pt x="1" y="234"/>
                  <a:pt x="1" y="501"/>
                </a:cubicBezTo>
                <a:lnTo>
                  <a:pt x="1" y="701"/>
                </a:lnTo>
                <a:cubicBezTo>
                  <a:pt x="1" y="968"/>
                  <a:pt x="234" y="1202"/>
                  <a:pt x="501" y="1202"/>
                </a:cubicBezTo>
                <a:lnTo>
                  <a:pt x="45600" y="1202"/>
                </a:lnTo>
                <a:cubicBezTo>
                  <a:pt x="45900" y="1202"/>
                  <a:pt x="46100" y="968"/>
                  <a:pt x="46100" y="701"/>
                </a:cubicBezTo>
                <a:lnTo>
                  <a:pt x="46100" y="501"/>
                </a:lnTo>
                <a:cubicBezTo>
                  <a:pt x="46100" y="234"/>
                  <a:pt x="45900" y="1"/>
                  <a:pt x="45600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7"/>
          <p:cNvSpPr/>
          <p:nvPr/>
        </p:nvSpPr>
        <p:spPr>
          <a:xfrm>
            <a:off x="1887998" y="3608277"/>
            <a:ext cx="838428" cy="25110"/>
          </a:xfrm>
          <a:custGeom>
            <a:avLst/>
            <a:gdLst/>
            <a:ahLst/>
            <a:cxnLst/>
            <a:rect l="l" t="t" r="r" b="b"/>
            <a:pathLst>
              <a:path w="40097" h="1201" extrusionOk="0">
                <a:moveTo>
                  <a:pt x="501" y="0"/>
                </a:moveTo>
                <a:cubicBezTo>
                  <a:pt x="234" y="0"/>
                  <a:pt x="1" y="234"/>
                  <a:pt x="1" y="500"/>
                </a:cubicBezTo>
                <a:lnTo>
                  <a:pt x="1" y="701"/>
                </a:lnTo>
                <a:cubicBezTo>
                  <a:pt x="1" y="967"/>
                  <a:pt x="234" y="1201"/>
                  <a:pt x="501" y="1201"/>
                </a:cubicBezTo>
                <a:lnTo>
                  <a:pt x="39596" y="1201"/>
                </a:lnTo>
                <a:cubicBezTo>
                  <a:pt x="39896" y="1201"/>
                  <a:pt x="40096" y="967"/>
                  <a:pt x="40096" y="701"/>
                </a:cubicBezTo>
                <a:lnTo>
                  <a:pt x="40096" y="500"/>
                </a:lnTo>
                <a:cubicBezTo>
                  <a:pt x="40096" y="234"/>
                  <a:pt x="39896" y="0"/>
                  <a:pt x="39596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7"/>
          <p:cNvSpPr/>
          <p:nvPr/>
        </p:nvSpPr>
        <p:spPr>
          <a:xfrm>
            <a:off x="1887998" y="3682896"/>
            <a:ext cx="765181" cy="24420"/>
          </a:xfrm>
          <a:custGeom>
            <a:avLst/>
            <a:gdLst/>
            <a:ahLst/>
            <a:cxnLst/>
            <a:rect l="l" t="t" r="r" b="b"/>
            <a:pathLst>
              <a:path w="36594" h="1168" extrusionOk="0">
                <a:moveTo>
                  <a:pt x="601" y="0"/>
                </a:moveTo>
                <a:cubicBezTo>
                  <a:pt x="301" y="0"/>
                  <a:pt x="34" y="267"/>
                  <a:pt x="34" y="601"/>
                </a:cubicBezTo>
                <a:cubicBezTo>
                  <a:pt x="1" y="901"/>
                  <a:pt x="268" y="1168"/>
                  <a:pt x="601" y="1168"/>
                </a:cubicBezTo>
                <a:lnTo>
                  <a:pt x="35993" y="1168"/>
                </a:lnTo>
                <a:cubicBezTo>
                  <a:pt x="36327" y="1168"/>
                  <a:pt x="36594" y="901"/>
                  <a:pt x="36594" y="601"/>
                </a:cubicBezTo>
                <a:cubicBezTo>
                  <a:pt x="36594" y="267"/>
                  <a:pt x="36327" y="0"/>
                  <a:pt x="36027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7"/>
          <p:cNvSpPr/>
          <p:nvPr/>
        </p:nvSpPr>
        <p:spPr>
          <a:xfrm>
            <a:off x="1887998" y="3757515"/>
            <a:ext cx="880269" cy="24420"/>
          </a:xfrm>
          <a:custGeom>
            <a:avLst/>
            <a:gdLst/>
            <a:ahLst/>
            <a:cxnLst/>
            <a:rect l="l" t="t" r="r" b="b"/>
            <a:pathLst>
              <a:path w="42098" h="1168" extrusionOk="0">
                <a:moveTo>
                  <a:pt x="501" y="0"/>
                </a:moveTo>
                <a:cubicBezTo>
                  <a:pt x="234" y="0"/>
                  <a:pt x="1" y="201"/>
                  <a:pt x="1" y="467"/>
                </a:cubicBezTo>
                <a:lnTo>
                  <a:pt x="1" y="668"/>
                </a:lnTo>
                <a:cubicBezTo>
                  <a:pt x="1" y="968"/>
                  <a:pt x="234" y="1168"/>
                  <a:pt x="501" y="1168"/>
                </a:cubicBezTo>
                <a:lnTo>
                  <a:pt x="41597" y="1168"/>
                </a:lnTo>
                <a:cubicBezTo>
                  <a:pt x="41897" y="1168"/>
                  <a:pt x="42098" y="968"/>
                  <a:pt x="42098" y="668"/>
                </a:cubicBezTo>
                <a:lnTo>
                  <a:pt x="42098" y="467"/>
                </a:lnTo>
                <a:cubicBezTo>
                  <a:pt x="42098" y="201"/>
                  <a:pt x="41897" y="0"/>
                  <a:pt x="41597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7"/>
          <p:cNvSpPr/>
          <p:nvPr/>
        </p:nvSpPr>
        <p:spPr>
          <a:xfrm>
            <a:off x="2934941" y="3533638"/>
            <a:ext cx="126275" cy="25131"/>
          </a:xfrm>
          <a:custGeom>
            <a:avLst/>
            <a:gdLst/>
            <a:ahLst/>
            <a:cxnLst/>
            <a:rect l="l" t="t" r="r" b="b"/>
            <a:pathLst>
              <a:path w="6039" h="1202" extrusionOk="0">
                <a:moveTo>
                  <a:pt x="501" y="1"/>
                </a:moveTo>
                <a:cubicBezTo>
                  <a:pt x="234" y="1"/>
                  <a:pt x="1" y="234"/>
                  <a:pt x="1" y="501"/>
                </a:cubicBezTo>
                <a:lnTo>
                  <a:pt x="1" y="701"/>
                </a:lnTo>
                <a:cubicBezTo>
                  <a:pt x="1" y="968"/>
                  <a:pt x="234" y="1202"/>
                  <a:pt x="501" y="1202"/>
                </a:cubicBezTo>
                <a:lnTo>
                  <a:pt x="5538" y="1202"/>
                </a:lnTo>
                <a:cubicBezTo>
                  <a:pt x="5838" y="1202"/>
                  <a:pt x="6039" y="968"/>
                  <a:pt x="6039" y="701"/>
                </a:cubicBezTo>
                <a:lnTo>
                  <a:pt x="6039" y="501"/>
                </a:lnTo>
                <a:cubicBezTo>
                  <a:pt x="6039" y="234"/>
                  <a:pt x="5838" y="1"/>
                  <a:pt x="5538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7"/>
          <p:cNvSpPr/>
          <p:nvPr/>
        </p:nvSpPr>
        <p:spPr>
          <a:xfrm>
            <a:off x="2955872" y="3608277"/>
            <a:ext cx="105345" cy="25110"/>
          </a:xfrm>
          <a:custGeom>
            <a:avLst/>
            <a:gdLst/>
            <a:ahLst/>
            <a:cxnLst/>
            <a:rect l="l" t="t" r="r" b="b"/>
            <a:pathLst>
              <a:path w="5038" h="1201" extrusionOk="0">
                <a:moveTo>
                  <a:pt x="501" y="0"/>
                </a:moveTo>
                <a:cubicBezTo>
                  <a:pt x="234" y="0"/>
                  <a:pt x="1" y="234"/>
                  <a:pt x="1" y="500"/>
                </a:cubicBezTo>
                <a:lnTo>
                  <a:pt x="1" y="701"/>
                </a:lnTo>
                <a:cubicBezTo>
                  <a:pt x="1" y="967"/>
                  <a:pt x="234" y="1201"/>
                  <a:pt x="501" y="1201"/>
                </a:cubicBezTo>
                <a:lnTo>
                  <a:pt x="4571" y="1201"/>
                </a:lnTo>
                <a:cubicBezTo>
                  <a:pt x="4837" y="1201"/>
                  <a:pt x="5038" y="967"/>
                  <a:pt x="5038" y="701"/>
                </a:cubicBezTo>
                <a:lnTo>
                  <a:pt x="5038" y="500"/>
                </a:lnTo>
                <a:cubicBezTo>
                  <a:pt x="5038" y="234"/>
                  <a:pt x="4837" y="0"/>
                  <a:pt x="4571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7"/>
          <p:cNvSpPr/>
          <p:nvPr/>
        </p:nvSpPr>
        <p:spPr>
          <a:xfrm>
            <a:off x="2924486" y="3682896"/>
            <a:ext cx="136730" cy="24420"/>
          </a:xfrm>
          <a:custGeom>
            <a:avLst/>
            <a:gdLst/>
            <a:ahLst/>
            <a:cxnLst/>
            <a:rect l="l" t="t" r="r" b="b"/>
            <a:pathLst>
              <a:path w="6539" h="1168" extrusionOk="0">
                <a:moveTo>
                  <a:pt x="501" y="0"/>
                </a:moveTo>
                <a:cubicBezTo>
                  <a:pt x="234" y="0"/>
                  <a:pt x="1" y="200"/>
                  <a:pt x="1" y="501"/>
                </a:cubicBezTo>
                <a:lnTo>
                  <a:pt x="1" y="667"/>
                </a:lnTo>
                <a:cubicBezTo>
                  <a:pt x="1" y="968"/>
                  <a:pt x="234" y="1168"/>
                  <a:pt x="501" y="1168"/>
                </a:cubicBezTo>
                <a:lnTo>
                  <a:pt x="6038" y="1168"/>
                </a:lnTo>
                <a:cubicBezTo>
                  <a:pt x="6338" y="1168"/>
                  <a:pt x="6539" y="968"/>
                  <a:pt x="6539" y="667"/>
                </a:cubicBezTo>
                <a:lnTo>
                  <a:pt x="6539" y="501"/>
                </a:lnTo>
                <a:cubicBezTo>
                  <a:pt x="6539" y="200"/>
                  <a:pt x="6338" y="0"/>
                  <a:pt x="6038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7"/>
          <p:cNvSpPr/>
          <p:nvPr/>
        </p:nvSpPr>
        <p:spPr>
          <a:xfrm>
            <a:off x="3008189" y="3757515"/>
            <a:ext cx="53028" cy="24420"/>
          </a:xfrm>
          <a:custGeom>
            <a:avLst/>
            <a:gdLst/>
            <a:ahLst/>
            <a:cxnLst/>
            <a:rect l="l" t="t" r="r" b="b"/>
            <a:pathLst>
              <a:path w="2536" h="1168" extrusionOk="0">
                <a:moveTo>
                  <a:pt x="501" y="0"/>
                </a:moveTo>
                <a:cubicBezTo>
                  <a:pt x="234" y="0"/>
                  <a:pt x="0" y="201"/>
                  <a:pt x="0" y="467"/>
                </a:cubicBezTo>
                <a:lnTo>
                  <a:pt x="0" y="668"/>
                </a:lnTo>
                <a:cubicBezTo>
                  <a:pt x="0" y="968"/>
                  <a:pt x="234" y="1168"/>
                  <a:pt x="501" y="1168"/>
                </a:cubicBezTo>
                <a:lnTo>
                  <a:pt x="2069" y="1168"/>
                </a:lnTo>
                <a:cubicBezTo>
                  <a:pt x="2335" y="1168"/>
                  <a:pt x="2536" y="968"/>
                  <a:pt x="2536" y="668"/>
                </a:cubicBezTo>
                <a:lnTo>
                  <a:pt x="2536" y="467"/>
                </a:lnTo>
                <a:cubicBezTo>
                  <a:pt x="2536" y="201"/>
                  <a:pt x="2335" y="0"/>
                  <a:pt x="2069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7"/>
          <p:cNvSpPr/>
          <p:nvPr/>
        </p:nvSpPr>
        <p:spPr>
          <a:xfrm flipH="1">
            <a:off x="1947457" y="1472785"/>
            <a:ext cx="1067874" cy="79511"/>
          </a:xfrm>
          <a:custGeom>
            <a:avLst/>
            <a:gdLst/>
            <a:ahLst/>
            <a:cxnLst/>
            <a:rect l="l" t="t" r="r" b="b"/>
            <a:pathLst>
              <a:path w="51070" h="3803" extrusionOk="0">
                <a:moveTo>
                  <a:pt x="1601" y="0"/>
                </a:moveTo>
                <a:cubicBezTo>
                  <a:pt x="701" y="0"/>
                  <a:pt x="0" y="701"/>
                  <a:pt x="0" y="1568"/>
                </a:cubicBezTo>
                <a:lnTo>
                  <a:pt x="0" y="2202"/>
                </a:lnTo>
                <a:cubicBezTo>
                  <a:pt x="0" y="3102"/>
                  <a:pt x="701" y="3803"/>
                  <a:pt x="1601" y="3803"/>
                </a:cubicBezTo>
                <a:lnTo>
                  <a:pt x="49469" y="3803"/>
                </a:lnTo>
                <a:cubicBezTo>
                  <a:pt x="50336" y="3803"/>
                  <a:pt x="51070" y="3102"/>
                  <a:pt x="51070" y="2202"/>
                </a:cubicBezTo>
                <a:lnTo>
                  <a:pt x="51070" y="1568"/>
                </a:lnTo>
                <a:cubicBezTo>
                  <a:pt x="51070" y="701"/>
                  <a:pt x="50336" y="0"/>
                  <a:pt x="49469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7"/>
          <p:cNvSpPr/>
          <p:nvPr/>
        </p:nvSpPr>
        <p:spPr>
          <a:xfrm>
            <a:off x="2829638" y="3150069"/>
            <a:ext cx="155549" cy="155531"/>
          </a:xfrm>
          <a:custGeom>
            <a:avLst/>
            <a:gdLst/>
            <a:ahLst/>
            <a:cxnLst/>
            <a:rect l="l" t="t" r="r" b="b"/>
            <a:pathLst>
              <a:path w="7439" h="7439" extrusionOk="0">
                <a:moveTo>
                  <a:pt x="0" y="0"/>
                </a:moveTo>
                <a:lnTo>
                  <a:pt x="2935" y="7439"/>
                </a:lnTo>
                <a:lnTo>
                  <a:pt x="4103" y="4837"/>
                </a:lnTo>
                <a:lnTo>
                  <a:pt x="5371" y="6105"/>
                </a:lnTo>
                <a:lnTo>
                  <a:pt x="6104" y="5371"/>
                </a:lnTo>
                <a:lnTo>
                  <a:pt x="4837" y="4070"/>
                </a:lnTo>
                <a:lnTo>
                  <a:pt x="7439" y="2936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w="108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37"/>
          <p:cNvSpPr/>
          <p:nvPr/>
        </p:nvSpPr>
        <p:spPr>
          <a:xfrm rot="8099929" flipH="1">
            <a:off x="1188241" y="3300113"/>
            <a:ext cx="1857114" cy="1794505"/>
          </a:xfrm>
          <a:custGeom>
            <a:avLst/>
            <a:gdLst/>
            <a:ahLst/>
            <a:cxnLst/>
            <a:rect l="l" t="t" r="r" b="b"/>
            <a:pathLst>
              <a:path w="10886" h="10519" extrusionOk="0">
                <a:moveTo>
                  <a:pt x="10519" y="0"/>
                </a:moveTo>
                <a:lnTo>
                  <a:pt x="1" y="10518"/>
                </a:lnTo>
                <a:lnTo>
                  <a:pt x="368" y="10518"/>
                </a:lnTo>
                <a:lnTo>
                  <a:pt x="10886" y="0"/>
                </a:ln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8" name="Google Shape;8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639" y="283047"/>
            <a:ext cx="4052086" cy="134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8"/>
          <p:cNvSpPr txBox="1">
            <a:spLocks noGrp="1"/>
          </p:cNvSpPr>
          <p:nvPr>
            <p:ph type="title"/>
          </p:nvPr>
        </p:nvSpPr>
        <p:spPr>
          <a:xfrm>
            <a:off x="3766825" y="2000100"/>
            <a:ext cx="4017000" cy="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Mision</a:t>
            </a:r>
            <a:endParaRPr sz="3800" b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24" name="Google Shape;824;p38"/>
          <p:cNvGrpSpPr/>
          <p:nvPr/>
        </p:nvGrpSpPr>
        <p:grpSpPr>
          <a:xfrm>
            <a:off x="542013" y="2164527"/>
            <a:ext cx="1709232" cy="3203374"/>
            <a:chOff x="556725" y="1697125"/>
            <a:chExt cx="1907625" cy="3575194"/>
          </a:xfrm>
        </p:grpSpPr>
        <p:sp>
          <p:nvSpPr>
            <p:cNvPr id="825" name="Google Shape;825;p38"/>
            <p:cNvSpPr/>
            <p:nvPr/>
          </p:nvSpPr>
          <p:spPr>
            <a:xfrm>
              <a:off x="556725" y="3652379"/>
              <a:ext cx="920069" cy="1062121"/>
            </a:xfrm>
            <a:custGeom>
              <a:avLst/>
              <a:gdLst/>
              <a:ahLst/>
              <a:cxnLst/>
              <a:rect l="l" t="t" r="r" b="b"/>
              <a:pathLst>
                <a:path w="42774" h="49378" extrusionOk="0">
                  <a:moveTo>
                    <a:pt x="19915" y="0"/>
                  </a:moveTo>
                  <a:cubicBezTo>
                    <a:pt x="19915" y="0"/>
                    <a:pt x="7673" y="11942"/>
                    <a:pt x="3837" y="20048"/>
                  </a:cubicBezTo>
                  <a:cubicBezTo>
                    <a:pt x="1" y="28154"/>
                    <a:pt x="2169" y="27820"/>
                    <a:pt x="5938" y="30389"/>
                  </a:cubicBezTo>
                  <a:cubicBezTo>
                    <a:pt x="13444" y="35559"/>
                    <a:pt x="29488" y="42197"/>
                    <a:pt x="29488" y="42197"/>
                  </a:cubicBezTo>
                  <a:cubicBezTo>
                    <a:pt x="29488" y="42197"/>
                    <a:pt x="29789" y="47434"/>
                    <a:pt x="32491" y="49169"/>
                  </a:cubicBezTo>
                  <a:cubicBezTo>
                    <a:pt x="32711" y="49311"/>
                    <a:pt x="32964" y="49377"/>
                    <a:pt x="33241" y="49377"/>
                  </a:cubicBezTo>
                  <a:cubicBezTo>
                    <a:pt x="36401" y="49377"/>
                    <a:pt x="42773" y="40795"/>
                    <a:pt x="41731" y="39262"/>
                  </a:cubicBezTo>
                  <a:cubicBezTo>
                    <a:pt x="41054" y="38216"/>
                    <a:pt x="37909" y="38015"/>
                    <a:pt x="35585" y="38015"/>
                  </a:cubicBezTo>
                  <a:cubicBezTo>
                    <a:pt x="34126" y="38015"/>
                    <a:pt x="32991" y="38094"/>
                    <a:pt x="32991" y="38094"/>
                  </a:cubicBezTo>
                  <a:cubicBezTo>
                    <a:pt x="32991" y="38094"/>
                    <a:pt x="29155" y="36560"/>
                    <a:pt x="23751" y="32123"/>
                  </a:cubicBezTo>
                  <a:cubicBezTo>
                    <a:pt x="19882" y="29054"/>
                    <a:pt x="15845" y="26186"/>
                    <a:pt x="11642" y="23550"/>
                  </a:cubicBezTo>
                  <a:cubicBezTo>
                    <a:pt x="11642" y="23550"/>
                    <a:pt x="18314" y="14277"/>
                    <a:pt x="21850" y="11742"/>
                  </a:cubicBezTo>
                  <a:cubicBezTo>
                    <a:pt x="25386" y="9207"/>
                    <a:pt x="31090" y="5571"/>
                    <a:pt x="31090" y="5571"/>
                  </a:cubicBezTo>
                  <a:lnTo>
                    <a:pt x="19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556725" y="3652379"/>
              <a:ext cx="922026" cy="1095655"/>
            </a:xfrm>
            <a:custGeom>
              <a:avLst/>
              <a:gdLst/>
              <a:ahLst/>
              <a:cxnLst/>
              <a:rect l="l" t="t" r="r" b="b"/>
              <a:pathLst>
                <a:path w="42865" h="50937" fill="none" extrusionOk="0">
                  <a:moveTo>
                    <a:pt x="19915" y="0"/>
                  </a:moveTo>
                  <a:cubicBezTo>
                    <a:pt x="19915" y="0"/>
                    <a:pt x="7673" y="11942"/>
                    <a:pt x="3837" y="20048"/>
                  </a:cubicBezTo>
                  <a:cubicBezTo>
                    <a:pt x="1" y="28154"/>
                    <a:pt x="2169" y="27820"/>
                    <a:pt x="5938" y="30389"/>
                  </a:cubicBezTo>
                  <a:cubicBezTo>
                    <a:pt x="13444" y="35559"/>
                    <a:pt x="29488" y="42197"/>
                    <a:pt x="29488" y="42197"/>
                  </a:cubicBezTo>
                  <a:cubicBezTo>
                    <a:pt x="29488" y="42197"/>
                    <a:pt x="29789" y="47434"/>
                    <a:pt x="32491" y="49169"/>
                  </a:cubicBezTo>
                  <a:cubicBezTo>
                    <a:pt x="35226" y="50937"/>
                    <a:pt x="42865" y="40930"/>
                    <a:pt x="41731" y="39262"/>
                  </a:cubicBezTo>
                  <a:cubicBezTo>
                    <a:pt x="40630" y="37560"/>
                    <a:pt x="32991" y="38094"/>
                    <a:pt x="32991" y="38094"/>
                  </a:cubicBezTo>
                  <a:cubicBezTo>
                    <a:pt x="32991" y="38094"/>
                    <a:pt x="29155" y="36560"/>
                    <a:pt x="23751" y="32123"/>
                  </a:cubicBezTo>
                  <a:cubicBezTo>
                    <a:pt x="19882" y="29054"/>
                    <a:pt x="15845" y="26186"/>
                    <a:pt x="11642" y="23550"/>
                  </a:cubicBezTo>
                  <a:cubicBezTo>
                    <a:pt x="11642" y="23550"/>
                    <a:pt x="18314" y="14277"/>
                    <a:pt x="21850" y="11742"/>
                  </a:cubicBezTo>
                  <a:cubicBezTo>
                    <a:pt x="25386" y="9207"/>
                    <a:pt x="31090" y="5571"/>
                    <a:pt x="31090" y="557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1094186" y="4274212"/>
              <a:ext cx="958615" cy="998107"/>
            </a:xfrm>
            <a:custGeom>
              <a:avLst/>
              <a:gdLst/>
              <a:ahLst/>
              <a:cxnLst/>
              <a:rect l="l" t="t" r="r" b="b"/>
              <a:pathLst>
                <a:path w="44566" h="46402" extrusionOk="0">
                  <a:moveTo>
                    <a:pt x="27427" y="1"/>
                  </a:moveTo>
                  <a:cubicBezTo>
                    <a:pt x="19283" y="1"/>
                    <a:pt x="9273" y="7074"/>
                    <a:pt x="9273" y="7074"/>
                  </a:cubicBezTo>
                  <a:cubicBezTo>
                    <a:pt x="9273" y="7074"/>
                    <a:pt x="634" y="20083"/>
                    <a:pt x="334" y="31391"/>
                  </a:cubicBezTo>
                  <a:cubicBezTo>
                    <a:pt x="267" y="33293"/>
                    <a:pt x="500" y="35194"/>
                    <a:pt x="1001" y="36995"/>
                  </a:cubicBezTo>
                  <a:lnTo>
                    <a:pt x="0" y="43066"/>
                  </a:lnTo>
                  <a:cubicBezTo>
                    <a:pt x="0" y="43066"/>
                    <a:pt x="7072" y="46235"/>
                    <a:pt x="18180" y="46402"/>
                  </a:cubicBezTo>
                  <a:lnTo>
                    <a:pt x="18880" y="40598"/>
                  </a:lnTo>
                  <a:lnTo>
                    <a:pt x="21415" y="39230"/>
                  </a:lnTo>
                  <a:cubicBezTo>
                    <a:pt x="22049" y="39797"/>
                    <a:pt x="22449" y="40564"/>
                    <a:pt x="22583" y="41398"/>
                  </a:cubicBezTo>
                  <a:cubicBezTo>
                    <a:pt x="22750" y="42232"/>
                    <a:pt x="22883" y="44934"/>
                    <a:pt x="22950" y="46402"/>
                  </a:cubicBezTo>
                  <a:cubicBezTo>
                    <a:pt x="23383" y="46369"/>
                    <a:pt x="23850" y="46335"/>
                    <a:pt x="24284" y="46302"/>
                  </a:cubicBezTo>
                  <a:cubicBezTo>
                    <a:pt x="30322" y="45835"/>
                    <a:pt x="37293" y="44067"/>
                    <a:pt x="44565" y="41632"/>
                  </a:cubicBezTo>
                  <a:cubicBezTo>
                    <a:pt x="44565" y="41632"/>
                    <a:pt x="42197" y="15747"/>
                    <a:pt x="35625" y="4439"/>
                  </a:cubicBezTo>
                  <a:cubicBezTo>
                    <a:pt x="33729" y="1165"/>
                    <a:pt x="30732" y="1"/>
                    <a:pt x="2742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1094186" y="4870479"/>
              <a:ext cx="765605" cy="401828"/>
            </a:xfrm>
            <a:custGeom>
              <a:avLst/>
              <a:gdLst/>
              <a:ahLst/>
              <a:cxnLst/>
              <a:rect l="l" t="t" r="r" b="b"/>
              <a:pathLst>
                <a:path w="35593" h="18681" extrusionOk="0">
                  <a:moveTo>
                    <a:pt x="15278" y="1"/>
                  </a:moveTo>
                  <a:lnTo>
                    <a:pt x="15278" y="1"/>
                  </a:lnTo>
                  <a:cubicBezTo>
                    <a:pt x="14143" y="3103"/>
                    <a:pt x="15278" y="6239"/>
                    <a:pt x="15278" y="6239"/>
                  </a:cubicBezTo>
                  <a:cubicBezTo>
                    <a:pt x="15278" y="6239"/>
                    <a:pt x="12167" y="9051"/>
                    <a:pt x="7993" y="9051"/>
                  </a:cubicBezTo>
                  <a:cubicBezTo>
                    <a:pt x="7531" y="9051"/>
                    <a:pt x="7056" y="9017"/>
                    <a:pt x="6571" y="8941"/>
                  </a:cubicBezTo>
                  <a:cubicBezTo>
                    <a:pt x="3669" y="8507"/>
                    <a:pt x="1534" y="5772"/>
                    <a:pt x="334" y="3670"/>
                  </a:cubicBezTo>
                  <a:lnTo>
                    <a:pt x="334" y="3670"/>
                  </a:lnTo>
                  <a:cubicBezTo>
                    <a:pt x="267" y="5572"/>
                    <a:pt x="467" y="7473"/>
                    <a:pt x="1001" y="9274"/>
                  </a:cubicBezTo>
                  <a:lnTo>
                    <a:pt x="0" y="15345"/>
                  </a:lnTo>
                  <a:cubicBezTo>
                    <a:pt x="0" y="15345"/>
                    <a:pt x="7038" y="18514"/>
                    <a:pt x="18146" y="18681"/>
                  </a:cubicBezTo>
                  <a:lnTo>
                    <a:pt x="18847" y="12877"/>
                  </a:lnTo>
                  <a:lnTo>
                    <a:pt x="21415" y="11509"/>
                  </a:lnTo>
                  <a:cubicBezTo>
                    <a:pt x="22016" y="12076"/>
                    <a:pt x="22416" y="12843"/>
                    <a:pt x="22583" y="13677"/>
                  </a:cubicBezTo>
                  <a:cubicBezTo>
                    <a:pt x="22716" y="14511"/>
                    <a:pt x="22850" y="17213"/>
                    <a:pt x="22916" y="18681"/>
                  </a:cubicBezTo>
                  <a:cubicBezTo>
                    <a:pt x="23383" y="18648"/>
                    <a:pt x="23817" y="18614"/>
                    <a:pt x="24251" y="18581"/>
                  </a:cubicBezTo>
                  <a:cubicBezTo>
                    <a:pt x="24451" y="17914"/>
                    <a:pt x="24451" y="17213"/>
                    <a:pt x="24251" y="16546"/>
                  </a:cubicBezTo>
                  <a:lnTo>
                    <a:pt x="24251" y="16546"/>
                  </a:lnTo>
                  <a:cubicBezTo>
                    <a:pt x="24251" y="16546"/>
                    <a:pt x="24918" y="16917"/>
                    <a:pt x="25560" y="16917"/>
                  </a:cubicBezTo>
                  <a:cubicBezTo>
                    <a:pt x="25881" y="16917"/>
                    <a:pt x="26197" y="16824"/>
                    <a:pt x="26419" y="16546"/>
                  </a:cubicBezTo>
                  <a:cubicBezTo>
                    <a:pt x="27086" y="15712"/>
                    <a:pt x="24551" y="13310"/>
                    <a:pt x="24284" y="13044"/>
                  </a:cubicBezTo>
                  <a:lnTo>
                    <a:pt x="24284" y="13044"/>
                  </a:lnTo>
                  <a:cubicBezTo>
                    <a:pt x="25505" y="14115"/>
                    <a:pt x="27448" y="14497"/>
                    <a:pt x="29333" y="14497"/>
                  </a:cubicBezTo>
                  <a:cubicBezTo>
                    <a:pt x="32084" y="14497"/>
                    <a:pt x="34712" y="13683"/>
                    <a:pt x="34792" y="13010"/>
                  </a:cubicBezTo>
                  <a:cubicBezTo>
                    <a:pt x="34925" y="11909"/>
                    <a:pt x="31689" y="11909"/>
                    <a:pt x="31689" y="11876"/>
                  </a:cubicBezTo>
                  <a:cubicBezTo>
                    <a:pt x="33090" y="11509"/>
                    <a:pt x="35459" y="8073"/>
                    <a:pt x="35592" y="7873"/>
                  </a:cubicBezTo>
                  <a:lnTo>
                    <a:pt x="35592" y="7873"/>
                  </a:lnTo>
                  <a:cubicBezTo>
                    <a:pt x="35513" y="7953"/>
                    <a:pt x="34258" y="9249"/>
                    <a:pt x="29114" y="9249"/>
                  </a:cubicBezTo>
                  <a:cubicBezTo>
                    <a:pt x="27773" y="9249"/>
                    <a:pt x="26168" y="9161"/>
                    <a:pt x="24251" y="8941"/>
                  </a:cubicBezTo>
                  <a:cubicBezTo>
                    <a:pt x="14744" y="7873"/>
                    <a:pt x="15278" y="2"/>
                    <a:pt x="15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1038928" y="4125731"/>
              <a:ext cx="1013874" cy="1074855"/>
            </a:xfrm>
            <a:custGeom>
              <a:avLst/>
              <a:gdLst/>
              <a:ahLst/>
              <a:cxnLst/>
              <a:rect l="l" t="t" r="r" b="b"/>
              <a:pathLst>
                <a:path w="47135" h="49970" fill="none" extrusionOk="0">
                  <a:moveTo>
                    <a:pt x="47134" y="48535"/>
                  </a:moveTo>
                  <a:cubicBezTo>
                    <a:pt x="47134" y="48535"/>
                    <a:pt x="44766" y="22683"/>
                    <a:pt x="38194" y="11342"/>
                  </a:cubicBezTo>
                  <a:cubicBezTo>
                    <a:pt x="31656" y="0"/>
                    <a:pt x="11842" y="13977"/>
                    <a:pt x="11842" y="13977"/>
                  </a:cubicBezTo>
                  <a:cubicBezTo>
                    <a:pt x="11842" y="13977"/>
                    <a:pt x="1" y="31823"/>
                    <a:pt x="3570" y="43932"/>
                  </a:cubicBezTo>
                  <a:lnTo>
                    <a:pt x="2569" y="49969"/>
                  </a:lnTo>
                </a:path>
              </a:pathLst>
            </a:custGeom>
            <a:noFill/>
            <a:ln w="116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1734202" y="3538092"/>
              <a:ext cx="452183" cy="714777"/>
            </a:xfrm>
            <a:custGeom>
              <a:avLst/>
              <a:gdLst/>
              <a:ahLst/>
              <a:cxnLst/>
              <a:rect l="l" t="t" r="r" b="b"/>
              <a:pathLst>
                <a:path w="21022" h="33230" extrusionOk="0">
                  <a:moveTo>
                    <a:pt x="4704" y="1"/>
                  </a:moveTo>
                  <a:lnTo>
                    <a:pt x="1" y="3637"/>
                  </a:lnTo>
                  <a:cubicBezTo>
                    <a:pt x="6605" y="13310"/>
                    <a:pt x="9107" y="31457"/>
                    <a:pt x="15045" y="32924"/>
                  </a:cubicBezTo>
                  <a:cubicBezTo>
                    <a:pt x="15873" y="33133"/>
                    <a:pt x="16588" y="33230"/>
                    <a:pt x="17203" y="33230"/>
                  </a:cubicBezTo>
                  <a:cubicBezTo>
                    <a:pt x="21021" y="33230"/>
                    <a:pt x="20968" y="29480"/>
                    <a:pt x="20048" y="25286"/>
                  </a:cubicBezTo>
                  <a:cubicBezTo>
                    <a:pt x="18981" y="20415"/>
                    <a:pt x="6038" y="3437"/>
                    <a:pt x="4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1734202" y="3538092"/>
              <a:ext cx="454205" cy="740503"/>
            </a:xfrm>
            <a:custGeom>
              <a:avLst/>
              <a:gdLst/>
              <a:ahLst/>
              <a:cxnLst/>
              <a:rect l="l" t="t" r="r" b="b"/>
              <a:pathLst>
                <a:path w="21116" h="34426" fill="none" extrusionOk="0">
                  <a:moveTo>
                    <a:pt x="4704" y="1"/>
                  </a:moveTo>
                  <a:cubicBezTo>
                    <a:pt x="6038" y="3437"/>
                    <a:pt x="18981" y="20415"/>
                    <a:pt x="20048" y="25286"/>
                  </a:cubicBezTo>
                  <a:cubicBezTo>
                    <a:pt x="21116" y="30156"/>
                    <a:pt x="21016" y="34425"/>
                    <a:pt x="15045" y="32924"/>
                  </a:cubicBezTo>
                  <a:cubicBezTo>
                    <a:pt x="9107" y="31457"/>
                    <a:pt x="6605" y="13310"/>
                    <a:pt x="1" y="3637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1550531" y="3293442"/>
              <a:ext cx="288449" cy="336459"/>
            </a:xfrm>
            <a:custGeom>
              <a:avLst/>
              <a:gdLst/>
              <a:ahLst/>
              <a:cxnLst/>
              <a:rect l="l" t="t" r="r" b="b"/>
              <a:pathLst>
                <a:path w="13410" h="15642" extrusionOk="0">
                  <a:moveTo>
                    <a:pt x="3036" y="0"/>
                  </a:moveTo>
                  <a:lnTo>
                    <a:pt x="0" y="167"/>
                  </a:lnTo>
                  <a:cubicBezTo>
                    <a:pt x="0" y="167"/>
                    <a:pt x="0" y="1420"/>
                    <a:pt x="2262" y="1420"/>
                  </a:cubicBezTo>
                  <a:cubicBezTo>
                    <a:pt x="2420" y="1420"/>
                    <a:pt x="2588" y="1414"/>
                    <a:pt x="2769" y="1401"/>
                  </a:cubicBezTo>
                  <a:lnTo>
                    <a:pt x="4604" y="2869"/>
                  </a:lnTo>
                  <a:cubicBezTo>
                    <a:pt x="4604" y="2869"/>
                    <a:pt x="2869" y="3402"/>
                    <a:pt x="2769" y="4170"/>
                  </a:cubicBezTo>
                  <a:cubicBezTo>
                    <a:pt x="2669" y="4970"/>
                    <a:pt x="1735" y="5004"/>
                    <a:pt x="1835" y="6071"/>
                  </a:cubicBezTo>
                  <a:cubicBezTo>
                    <a:pt x="1935" y="7138"/>
                    <a:pt x="1435" y="7272"/>
                    <a:pt x="2302" y="8640"/>
                  </a:cubicBezTo>
                  <a:cubicBezTo>
                    <a:pt x="2942" y="9600"/>
                    <a:pt x="3583" y="9792"/>
                    <a:pt x="3993" y="9792"/>
                  </a:cubicBezTo>
                  <a:cubicBezTo>
                    <a:pt x="4266" y="9792"/>
                    <a:pt x="4437" y="9707"/>
                    <a:pt x="4437" y="9707"/>
                  </a:cubicBezTo>
                  <a:cubicBezTo>
                    <a:pt x="4437" y="9707"/>
                    <a:pt x="5304" y="14310"/>
                    <a:pt x="6271" y="15211"/>
                  </a:cubicBezTo>
                  <a:cubicBezTo>
                    <a:pt x="6588" y="15507"/>
                    <a:pt x="7120" y="15642"/>
                    <a:pt x="7746" y="15642"/>
                  </a:cubicBezTo>
                  <a:cubicBezTo>
                    <a:pt x="8109" y="15642"/>
                    <a:pt x="8503" y="15597"/>
                    <a:pt x="8907" y="15511"/>
                  </a:cubicBezTo>
                  <a:lnTo>
                    <a:pt x="12643" y="13376"/>
                  </a:lnTo>
                  <a:cubicBezTo>
                    <a:pt x="13210" y="12709"/>
                    <a:pt x="13410" y="11808"/>
                    <a:pt x="13143" y="10941"/>
                  </a:cubicBezTo>
                  <a:cubicBezTo>
                    <a:pt x="12843" y="9240"/>
                    <a:pt x="12242" y="7572"/>
                    <a:pt x="11408" y="6038"/>
                  </a:cubicBezTo>
                  <a:cubicBezTo>
                    <a:pt x="10151" y="3986"/>
                    <a:pt x="11060" y="1968"/>
                    <a:pt x="10228" y="1968"/>
                  </a:cubicBezTo>
                  <a:cubicBezTo>
                    <a:pt x="10222" y="1968"/>
                    <a:pt x="10215" y="1968"/>
                    <a:pt x="10208" y="1968"/>
                  </a:cubicBezTo>
                  <a:cubicBezTo>
                    <a:pt x="9340" y="2035"/>
                    <a:pt x="9174" y="3903"/>
                    <a:pt x="9174" y="3903"/>
                  </a:cubicBezTo>
                  <a:cubicBezTo>
                    <a:pt x="9174" y="3903"/>
                    <a:pt x="7506" y="2035"/>
                    <a:pt x="6472" y="1468"/>
                  </a:cubicBezTo>
                  <a:cubicBezTo>
                    <a:pt x="6005" y="1234"/>
                    <a:pt x="3036" y="0"/>
                    <a:pt x="3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1550531" y="3293442"/>
              <a:ext cx="288449" cy="338675"/>
            </a:xfrm>
            <a:custGeom>
              <a:avLst/>
              <a:gdLst/>
              <a:ahLst/>
              <a:cxnLst/>
              <a:rect l="l" t="t" r="r" b="b"/>
              <a:pathLst>
                <a:path w="13410" h="15745" fill="none" extrusionOk="0">
                  <a:moveTo>
                    <a:pt x="12643" y="13376"/>
                  </a:moveTo>
                  <a:cubicBezTo>
                    <a:pt x="13210" y="12709"/>
                    <a:pt x="13410" y="11808"/>
                    <a:pt x="13143" y="10941"/>
                  </a:cubicBezTo>
                  <a:cubicBezTo>
                    <a:pt x="12843" y="9240"/>
                    <a:pt x="12242" y="7572"/>
                    <a:pt x="11408" y="6038"/>
                  </a:cubicBezTo>
                  <a:cubicBezTo>
                    <a:pt x="10141" y="3970"/>
                    <a:pt x="11075" y="1935"/>
                    <a:pt x="10208" y="1968"/>
                  </a:cubicBezTo>
                  <a:cubicBezTo>
                    <a:pt x="9340" y="2035"/>
                    <a:pt x="9174" y="3903"/>
                    <a:pt x="9174" y="3903"/>
                  </a:cubicBezTo>
                  <a:cubicBezTo>
                    <a:pt x="9174" y="3903"/>
                    <a:pt x="7506" y="2035"/>
                    <a:pt x="6472" y="1468"/>
                  </a:cubicBezTo>
                  <a:cubicBezTo>
                    <a:pt x="6005" y="1234"/>
                    <a:pt x="3036" y="0"/>
                    <a:pt x="3036" y="0"/>
                  </a:cubicBezTo>
                  <a:lnTo>
                    <a:pt x="0" y="167"/>
                  </a:lnTo>
                  <a:cubicBezTo>
                    <a:pt x="0" y="167"/>
                    <a:pt x="0" y="1601"/>
                    <a:pt x="2769" y="1401"/>
                  </a:cubicBezTo>
                  <a:lnTo>
                    <a:pt x="4604" y="2869"/>
                  </a:lnTo>
                  <a:cubicBezTo>
                    <a:pt x="4604" y="2869"/>
                    <a:pt x="2869" y="3402"/>
                    <a:pt x="2769" y="4170"/>
                  </a:cubicBezTo>
                  <a:cubicBezTo>
                    <a:pt x="2669" y="4970"/>
                    <a:pt x="1735" y="5004"/>
                    <a:pt x="1835" y="6071"/>
                  </a:cubicBezTo>
                  <a:cubicBezTo>
                    <a:pt x="1935" y="7138"/>
                    <a:pt x="1435" y="7272"/>
                    <a:pt x="2302" y="8640"/>
                  </a:cubicBezTo>
                  <a:cubicBezTo>
                    <a:pt x="3369" y="10241"/>
                    <a:pt x="4437" y="9707"/>
                    <a:pt x="4437" y="9707"/>
                  </a:cubicBezTo>
                  <a:cubicBezTo>
                    <a:pt x="4437" y="9707"/>
                    <a:pt x="5304" y="14310"/>
                    <a:pt x="6271" y="15211"/>
                  </a:cubicBezTo>
                  <a:cubicBezTo>
                    <a:pt x="6772" y="15678"/>
                    <a:pt x="7806" y="15745"/>
                    <a:pt x="8907" y="15511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1610070" y="3382405"/>
              <a:ext cx="104797" cy="81093"/>
            </a:xfrm>
            <a:custGeom>
              <a:avLst/>
              <a:gdLst/>
              <a:ahLst/>
              <a:cxnLst/>
              <a:rect l="l" t="t" r="r" b="b"/>
              <a:pathLst>
                <a:path w="4872" h="3770" fill="none" extrusionOk="0">
                  <a:moveTo>
                    <a:pt x="1" y="67"/>
                  </a:moveTo>
                  <a:cubicBezTo>
                    <a:pt x="1" y="67"/>
                    <a:pt x="1068" y="2502"/>
                    <a:pt x="1702" y="3136"/>
                  </a:cubicBezTo>
                  <a:cubicBezTo>
                    <a:pt x="2336" y="3770"/>
                    <a:pt x="3470" y="3103"/>
                    <a:pt x="3904" y="3036"/>
                  </a:cubicBezTo>
                  <a:cubicBezTo>
                    <a:pt x="4471" y="2969"/>
                    <a:pt x="4871" y="3036"/>
                    <a:pt x="4771" y="2802"/>
                  </a:cubicBezTo>
                  <a:cubicBezTo>
                    <a:pt x="4304" y="1568"/>
                    <a:pt x="2936" y="1868"/>
                    <a:pt x="2936" y="1868"/>
                  </a:cubicBezTo>
                  <a:cubicBezTo>
                    <a:pt x="2936" y="1868"/>
                    <a:pt x="2536" y="534"/>
                    <a:pt x="1736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1732051" y="3377372"/>
              <a:ext cx="19402" cy="107658"/>
            </a:xfrm>
            <a:custGeom>
              <a:avLst/>
              <a:gdLst/>
              <a:ahLst/>
              <a:cxnLst/>
              <a:rect l="l" t="t" r="r" b="b"/>
              <a:pathLst>
                <a:path w="902" h="5005" fill="none" extrusionOk="0">
                  <a:moveTo>
                    <a:pt x="735" y="1"/>
                  </a:moveTo>
                  <a:cubicBezTo>
                    <a:pt x="701" y="635"/>
                    <a:pt x="768" y="1268"/>
                    <a:pt x="901" y="1869"/>
                  </a:cubicBezTo>
                  <a:cubicBezTo>
                    <a:pt x="901" y="1869"/>
                    <a:pt x="1" y="4004"/>
                    <a:pt x="167" y="5004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1589980" y="3428328"/>
              <a:ext cx="117703" cy="53818"/>
            </a:xfrm>
            <a:custGeom>
              <a:avLst/>
              <a:gdLst/>
              <a:ahLst/>
              <a:cxnLst/>
              <a:rect l="l" t="t" r="r" b="b"/>
              <a:pathLst>
                <a:path w="5472" h="2502" fill="none" extrusionOk="0">
                  <a:moveTo>
                    <a:pt x="1" y="0"/>
                  </a:moveTo>
                  <a:cubicBezTo>
                    <a:pt x="401" y="901"/>
                    <a:pt x="1302" y="2135"/>
                    <a:pt x="2069" y="2302"/>
                  </a:cubicBezTo>
                  <a:cubicBezTo>
                    <a:pt x="2870" y="2502"/>
                    <a:pt x="5472" y="1768"/>
                    <a:pt x="5271" y="867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1658875" y="3374511"/>
              <a:ext cx="11486" cy="18671"/>
            </a:xfrm>
            <a:custGeom>
              <a:avLst/>
              <a:gdLst/>
              <a:ahLst/>
              <a:cxnLst/>
              <a:rect l="l" t="t" r="r" b="b"/>
              <a:pathLst>
                <a:path w="534" h="868" fill="none" extrusionOk="0">
                  <a:moveTo>
                    <a:pt x="0" y="868"/>
                  </a:moveTo>
                  <a:cubicBezTo>
                    <a:pt x="0" y="868"/>
                    <a:pt x="534" y="868"/>
                    <a:pt x="534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1649540" y="3345818"/>
              <a:ext cx="34459" cy="17961"/>
            </a:xfrm>
            <a:custGeom>
              <a:avLst/>
              <a:gdLst/>
              <a:ahLst/>
              <a:cxnLst/>
              <a:rect l="l" t="t" r="r" b="b"/>
              <a:pathLst>
                <a:path w="1602" h="835" fill="none" extrusionOk="0">
                  <a:moveTo>
                    <a:pt x="1" y="467"/>
                  </a:moveTo>
                  <a:cubicBezTo>
                    <a:pt x="1" y="467"/>
                    <a:pt x="1101" y="834"/>
                    <a:pt x="1602" y="0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8"/>
            <p:cNvSpPr/>
            <p:nvPr/>
          </p:nvSpPr>
          <p:spPr>
            <a:xfrm>
              <a:off x="994446" y="2686460"/>
              <a:ext cx="661562" cy="627769"/>
            </a:xfrm>
            <a:custGeom>
              <a:avLst/>
              <a:gdLst/>
              <a:ahLst/>
              <a:cxnLst/>
              <a:rect l="l" t="t" r="r" b="b"/>
              <a:pathLst>
                <a:path w="30756" h="29185" extrusionOk="0">
                  <a:moveTo>
                    <a:pt x="15571" y="0"/>
                  </a:moveTo>
                  <a:cubicBezTo>
                    <a:pt x="10667" y="0"/>
                    <a:pt x="5759" y="2143"/>
                    <a:pt x="4437" y="6737"/>
                  </a:cubicBezTo>
                  <a:cubicBezTo>
                    <a:pt x="0" y="22014"/>
                    <a:pt x="18580" y="27618"/>
                    <a:pt x="18580" y="27618"/>
                  </a:cubicBezTo>
                  <a:cubicBezTo>
                    <a:pt x="19736" y="28341"/>
                    <a:pt x="24123" y="29184"/>
                    <a:pt x="26876" y="29184"/>
                  </a:cubicBezTo>
                  <a:cubicBezTo>
                    <a:pt x="27938" y="29184"/>
                    <a:pt x="28757" y="29059"/>
                    <a:pt x="29054" y="28753"/>
                  </a:cubicBezTo>
                  <a:cubicBezTo>
                    <a:pt x="30122" y="27652"/>
                    <a:pt x="29888" y="26017"/>
                    <a:pt x="30322" y="21714"/>
                  </a:cubicBezTo>
                  <a:cubicBezTo>
                    <a:pt x="30756" y="17444"/>
                    <a:pt x="28821" y="15610"/>
                    <a:pt x="28621" y="13141"/>
                  </a:cubicBezTo>
                  <a:cubicBezTo>
                    <a:pt x="28421" y="10640"/>
                    <a:pt x="29888" y="12207"/>
                    <a:pt x="26286" y="5169"/>
                  </a:cubicBezTo>
                  <a:cubicBezTo>
                    <a:pt x="24562" y="1802"/>
                    <a:pt x="20068" y="0"/>
                    <a:pt x="15571" y="0"/>
                  </a:cubicBezTo>
                  <a:close/>
                </a:path>
              </a:pathLst>
            </a:custGeom>
            <a:solidFill>
              <a:srgbClr val="FFFFFF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1187452" y="3179331"/>
              <a:ext cx="349451" cy="350591"/>
            </a:xfrm>
            <a:custGeom>
              <a:avLst/>
              <a:gdLst/>
              <a:ahLst/>
              <a:cxnLst/>
              <a:rect l="l" t="t" r="r" b="b"/>
              <a:pathLst>
                <a:path w="16246" h="16299" extrusionOk="0">
                  <a:moveTo>
                    <a:pt x="868" y="1"/>
                  </a:moveTo>
                  <a:lnTo>
                    <a:pt x="868" y="1"/>
                  </a:lnTo>
                  <a:cubicBezTo>
                    <a:pt x="2035" y="2469"/>
                    <a:pt x="2402" y="12777"/>
                    <a:pt x="0" y="15212"/>
                  </a:cubicBezTo>
                  <a:cubicBezTo>
                    <a:pt x="0" y="15212"/>
                    <a:pt x="2500" y="16298"/>
                    <a:pt x="6615" y="16298"/>
                  </a:cubicBezTo>
                  <a:cubicBezTo>
                    <a:pt x="9069" y="16298"/>
                    <a:pt x="12097" y="15912"/>
                    <a:pt x="15512" y="14678"/>
                  </a:cubicBezTo>
                  <a:cubicBezTo>
                    <a:pt x="15512" y="14678"/>
                    <a:pt x="12743" y="11176"/>
                    <a:pt x="12743" y="8140"/>
                  </a:cubicBezTo>
                  <a:cubicBezTo>
                    <a:pt x="12743" y="5105"/>
                    <a:pt x="16245" y="4704"/>
                    <a:pt x="16245" y="4704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1187452" y="3179330"/>
              <a:ext cx="349451" cy="386771"/>
            </a:xfrm>
            <a:custGeom>
              <a:avLst/>
              <a:gdLst/>
              <a:ahLst/>
              <a:cxnLst/>
              <a:rect l="l" t="t" r="r" b="b"/>
              <a:pathLst>
                <a:path w="16246" h="17981" fill="none" extrusionOk="0">
                  <a:moveTo>
                    <a:pt x="868" y="1"/>
                  </a:moveTo>
                  <a:cubicBezTo>
                    <a:pt x="2035" y="2469"/>
                    <a:pt x="2402" y="12777"/>
                    <a:pt x="0" y="15212"/>
                  </a:cubicBezTo>
                  <a:cubicBezTo>
                    <a:pt x="0" y="15212"/>
                    <a:pt x="6372" y="17981"/>
                    <a:pt x="15512" y="14678"/>
                  </a:cubicBezTo>
                  <a:cubicBezTo>
                    <a:pt x="15512" y="14678"/>
                    <a:pt x="12743" y="11176"/>
                    <a:pt x="12743" y="8140"/>
                  </a:cubicBezTo>
                  <a:cubicBezTo>
                    <a:pt x="12743" y="5105"/>
                    <a:pt x="16245" y="4704"/>
                    <a:pt x="16245" y="4704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1478758" y="2902007"/>
              <a:ext cx="136352" cy="118176"/>
            </a:xfrm>
            <a:custGeom>
              <a:avLst/>
              <a:gdLst/>
              <a:ahLst/>
              <a:cxnLst/>
              <a:rect l="l" t="t" r="r" b="b"/>
              <a:pathLst>
                <a:path w="6339" h="5494" extrusionOk="0">
                  <a:moveTo>
                    <a:pt x="3327" y="1"/>
                  </a:moveTo>
                  <a:cubicBezTo>
                    <a:pt x="604" y="1"/>
                    <a:pt x="0" y="3687"/>
                    <a:pt x="0" y="3687"/>
                  </a:cubicBezTo>
                  <a:cubicBezTo>
                    <a:pt x="570" y="3216"/>
                    <a:pt x="1070" y="3031"/>
                    <a:pt x="1509" y="3031"/>
                  </a:cubicBezTo>
                  <a:cubicBezTo>
                    <a:pt x="3108" y="3031"/>
                    <a:pt x="3882" y="5494"/>
                    <a:pt x="4212" y="5494"/>
                  </a:cubicBezTo>
                  <a:cubicBezTo>
                    <a:pt x="4221" y="5494"/>
                    <a:pt x="4229" y="5492"/>
                    <a:pt x="4237" y="5489"/>
                  </a:cubicBezTo>
                  <a:cubicBezTo>
                    <a:pt x="4637" y="5355"/>
                    <a:pt x="5104" y="3687"/>
                    <a:pt x="5104" y="3687"/>
                  </a:cubicBezTo>
                  <a:lnTo>
                    <a:pt x="4237" y="3687"/>
                  </a:lnTo>
                  <a:cubicBezTo>
                    <a:pt x="5438" y="2954"/>
                    <a:pt x="6338" y="1152"/>
                    <a:pt x="5971" y="919"/>
                  </a:cubicBezTo>
                  <a:cubicBezTo>
                    <a:pt x="4922" y="261"/>
                    <a:pt x="4049" y="1"/>
                    <a:pt x="3327" y="1"/>
                  </a:cubicBezTo>
                  <a:close/>
                </a:path>
              </a:pathLst>
            </a:custGeom>
            <a:solidFill>
              <a:srgbClr val="D0E1A3"/>
            </a:solidFill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931298" y="2631275"/>
              <a:ext cx="732588" cy="886277"/>
            </a:xfrm>
            <a:custGeom>
              <a:avLst/>
              <a:gdLst/>
              <a:ahLst/>
              <a:cxnLst/>
              <a:rect l="l" t="t" r="r" b="b"/>
              <a:pathLst>
                <a:path w="34058" h="41203" extrusionOk="0">
                  <a:moveTo>
                    <a:pt x="17524" y="1"/>
                  </a:moveTo>
                  <a:cubicBezTo>
                    <a:pt x="11317" y="1"/>
                    <a:pt x="4566" y="2996"/>
                    <a:pt x="3503" y="7845"/>
                  </a:cubicBezTo>
                  <a:cubicBezTo>
                    <a:pt x="2068" y="14416"/>
                    <a:pt x="3036" y="20854"/>
                    <a:pt x="3669" y="24557"/>
                  </a:cubicBezTo>
                  <a:cubicBezTo>
                    <a:pt x="4303" y="28260"/>
                    <a:pt x="2869" y="29327"/>
                    <a:pt x="1435" y="33730"/>
                  </a:cubicBezTo>
                  <a:cubicBezTo>
                    <a:pt x="0" y="38133"/>
                    <a:pt x="4937" y="41202"/>
                    <a:pt x="4937" y="41202"/>
                  </a:cubicBezTo>
                  <a:cubicBezTo>
                    <a:pt x="4937" y="41202"/>
                    <a:pt x="5971" y="40935"/>
                    <a:pt x="6305" y="38233"/>
                  </a:cubicBezTo>
                  <a:cubicBezTo>
                    <a:pt x="6392" y="37455"/>
                    <a:pt x="6772" y="37199"/>
                    <a:pt x="7308" y="37199"/>
                  </a:cubicBezTo>
                  <a:cubicBezTo>
                    <a:pt x="8346" y="37199"/>
                    <a:pt x="9971" y="38156"/>
                    <a:pt x="11211" y="38156"/>
                  </a:cubicBezTo>
                  <a:cubicBezTo>
                    <a:pt x="11530" y="38156"/>
                    <a:pt x="11824" y="38093"/>
                    <a:pt x="12075" y="37933"/>
                  </a:cubicBezTo>
                  <a:cubicBezTo>
                    <a:pt x="13430" y="37073"/>
                    <a:pt x="13666" y="36071"/>
                    <a:pt x="15517" y="36071"/>
                  </a:cubicBezTo>
                  <a:cubicBezTo>
                    <a:pt x="16035" y="36071"/>
                    <a:pt x="16681" y="36150"/>
                    <a:pt x="17513" y="36332"/>
                  </a:cubicBezTo>
                  <a:cubicBezTo>
                    <a:pt x="18907" y="36653"/>
                    <a:pt x="20055" y="36828"/>
                    <a:pt x="21037" y="36828"/>
                  </a:cubicBezTo>
                  <a:cubicBezTo>
                    <a:pt x="22711" y="36828"/>
                    <a:pt x="23904" y="36321"/>
                    <a:pt x="25018" y="35165"/>
                  </a:cubicBezTo>
                  <a:cubicBezTo>
                    <a:pt x="25431" y="34728"/>
                    <a:pt x="25886" y="34561"/>
                    <a:pt x="26339" y="34561"/>
                  </a:cubicBezTo>
                  <a:cubicBezTo>
                    <a:pt x="27788" y="34561"/>
                    <a:pt x="29221" y="36265"/>
                    <a:pt x="29221" y="36265"/>
                  </a:cubicBezTo>
                  <a:cubicBezTo>
                    <a:pt x="29855" y="32262"/>
                    <a:pt x="27520" y="29494"/>
                    <a:pt x="26085" y="25591"/>
                  </a:cubicBezTo>
                  <a:cubicBezTo>
                    <a:pt x="24684" y="21688"/>
                    <a:pt x="24351" y="17285"/>
                    <a:pt x="28320" y="16384"/>
                  </a:cubicBezTo>
                  <a:cubicBezTo>
                    <a:pt x="30889" y="15784"/>
                    <a:pt x="34058" y="11181"/>
                    <a:pt x="32323" y="6744"/>
                  </a:cubicBezTo>
                  <a:cubicBezTo>
                    <a:pt x="30555" y="2274"/>
                    <a:pt x="23550" y="1140"/>
                    <a:pt x="23550" y="1140"/>
                  </a:cubicBezTo>
                  <a:cubicBezTo>
                    <a:pt x="21783" y="364"/>
                    <a:pt x="19687" y="1"/>
                    <a:pt x="17524" y="1"/>
                  </a:cubicBezTo>
                  <a:close/>
                </a:path>
              </a:pathLst>
            </a:custGeom>
            <a:solidFill>
              <a:schemeClr val="dk1"/>
            </a:solidFill>
            <a:ln w="116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1485942" y="2954770"/>
              <a:ext cx="87546" cy="190493"/>
            </a:xfrm>
            <a:custGeom>
              <a:avLst/>
              <a:gdLst/>
              <a:ahLst/>
              <a:cxnLst/>
              <a:rect l="l" t="t" r="r" b="b"/>
              <a:pathLst>
                <a:path w="4070" h="8856" extrusionOk="0">
                  <a:moveTo>
                    <a:pt x="1735" y="0"/>
                  </a:moveTo>
                  <a:cubicBezTo>
                    <a:pt x="1101" y="0"/>
                    <a:pt x="834" y="2102"/>
                    <a:pt x="834" y="2102"/>
                  </a:cubicBezTo>
                  <a:cubicBezTo>
                    <a:pt x="834" y="2102"/>
                    <a:pt x="100" y="2936"/>
                    <a:pt x="33" y="4837"/>
                  </a:cubicBezTo>
                  <a:cubicBezTo>
                    <a:pt x="0" y="6705"/>
                    <a:pt x="1268" y="7372"/>
                    <a:pt x="1268" y="7372"/>
                  </a:cubicBezTo>
                  <a:cubicBezTo>
                    <a:pt x="1268" y="7372"/>
                    <a:pt x="1735" y="8856"/>
                    <a:pt x="2669" y="8856"/>
                  </a:cubicBezTo>
                  <a:cubicBezTo>
                    <a:pt x="2764" y="8856"/>
                    <a:pt x="2864" y="8840"/>
                    <a:pt x="2969" y="8806"/>
                  </a:cubicBezTo>
                  <a:cubicBezTo>
                    <a:pt x="4070" y="8440"/>
                    <a:pt x="1901" y="7005"/>
                    <a:pt x="1968" y="2535"/>
                  </a:cubicBezTo>
                  <a:lnTo>
                    <a:pt x="1968" y="2535"/>
                  </a:lnTo>
                  <a:lnTo>
                    <a:pt x="2969" y="3136"/>
                  </a:lnTo>
                  <a:cubicBezTo>
                    <a:pt x="2969" y="3136"/>
                    <a:pt x="2368" y="0"/>
                    <a:pt x="1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1485942" y="2954770"/>
              <a:ext cx="87546" cy="197333"/>
            </a:xfrm>
            <a:custGeom>
              <a:avLst/>
              <a:gdLst/>
              <a:ahLst/>
              <a:cxnLst/>
              <a:rect l="l" t="t" r="r" b="b"/>
              <a:pathLst>
                <a:path w="4070" h="9174" fill="none" extrusionOk="0">
                  <a:moveTo>
                    <a:pt x="2969" y="3136"/>
                  </a:moveTo>
                  <a:cubicBezTo>
                    <a:pt x="2969" y="3136"/>
                    <a:pt x="2368" y="0"/>
                    <a:pt x="1735" y="0"/>
                  </a:cubicBezTo>
                  <a:cubicBezTo>
                    <a:pt x="1101" y="0"/>
                    <a:pt x="834" y="2102"/>
                    <a:pt x="834" y="2102"/>
                  </a:cubicBezTo>
                  <a:cubicBezTo>
                    <a:pt x="834" y="2102"/>
                    <a:pt x="100" y="2936"/>
                    <a:pt x="33" y="4837"/>
                  </a:cubicBezTo>
                  <a:cubicBezTo>
                    <a:pt x="0" y="6705"/>
                    <a:pt x="1268" y="7372"/>
                    <a:pt x="1268" y="7372"/>
                  </a:cubicBezTo>
                  <a:cubicBezTo>
                    <a:pt x="1268" y="7372"/>
                    <a:pt x="1835" y="9173"/>
                    <a:pt x="2969" y="8806"/>
                  </a:cubicBezTo>
                  <a:cubicBezTo>
                    <a:pt x="4070" y="8440"/>
                    <a:pt x="1901" y="7005"/>
                    <a:pt x="1968" y="2535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1550514" y="3188666"/>
              <a:ext cx="45214" cy="104775"/>
            </a:xfrm>
            <a:custGeom>
              <a:avLst/>
              <a:gdLst/>
              <a:ahLst/>
              <a:cxnLst/>
              <a:rect l="l" t="t" r="r" b="b"/>
              <a:pathLst>
                <a:path w="2102" h="4871" extrusionOk="0">
                  <a:moveTo>
                    <a:pt x="0" y="1"/>
                  </a:moveTo>
                  <a:cubicBezTo>
                    <a:pt x="0" y="1"/>
                    <a:pt x="234" y="2936"/>
                    <a:pt x="2102" y="487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1703357" y="3728947"/>
              <a:ext cx="467111" cy="561605"/>
            </a:xfrm>
            <a:custGeom>
              <a:avLst/>
              <a:gdLst/>
              <a:ahLst/>
              <a:cxnLst/>
              <a:rect l="l" t="t" r="r" b="b"/>
              <a:pathLst>
                <a:path w="21716" h="26109" extrusionOk="0">
                  <a:moveTo>
                    <a:pt x="7339" y="1"/>
                  </a:moveTo>
                  <a:lnTo>
                    <a:pt x="0" y="9207"/>
                  </a:lnTo>
                  <a:cubicBezTo>
                    <a:pt x="6405" y="17480"/>
                    <a:pt x="12142" y="23217"/>
                    <a:pt x="15545" y="24785"/>
                  </a:cubicBezTo>
                  <a:cubicBezTo>
                    <a:pt x="17064" y="25500"/>
                    <a:pt x="18265" y="26109"/>
                    <a:pt x="19214" y="26109"/>
                  </a:cubicBezTo>
                  <a:cubicBezTo>
                    <a:pt x="20390" y="26109"/>
                    <a:pt x="21181" y="25174"/>
                    <a:pt x="21716" y="22350"/>
                  </a:cubicBezTo>
                  <a:lnTo>
                    <a:pt x="19348" y="17447"/>
                  </a:lnTo>
                  <a:cubicBezTo>
                    <a:pt x="19348" y="17447"/>
                    <a:pt x="17980" y="13444"/>
                    <a:pt x="15545" y="10775"/>
                  </a:cubicBezTo>
                  <a:cubicBezTo>
                    <a:pt x="13110" y="8140"/>
                    <a:pt x="7339" y="1"/>
                    <a:pt x="7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1703357" y="3728947"/>
              <a:ext cx="467111" cy="590536"/>
            </a:xfrm>
            <a:custGeom>
              <a:avLst/>
              <a:gdLst/>
              <a:ahLst/>
              <a:cxnLst/>
              <a:rect l="l" t="t" r="r" b="b"/>
              <a:pathLst>
                <a:path w="21716" h="27454" fill="none" extrusionOk="0">
                  <a:moveTo>
                    <a:pt x="21716" y="22350"/>
                  </a:moveTo>
                  <a:cubicBezTo>
                    <a:pt x="20749" y="27454"/>
                    <a:pt x="18947" y="26386"/>
                    <a:pt x="15545" y="24785"/>
                  </a:cubicBezTo>
                  <a:cubicBezTo>
                    <a:pt x="12142" y="23217"/>
                    <a:pt x="6405" y="17480"/>
                    <a:pt x="0" y="9207"/>
                  </a:cubicBezTo>
                  <a:lnTo>
                    <a:pt x="7339" y="1"/>
                  </a:lnTo>
                  <a:cubicBezTo>
                    <a:pt x="7339" y="1"/>
                    <a:pt x="13110" y="8140"/>
                    <a:pt x="15545" y="10775"/>
                  </a:cubicBezTo>
                  <a:cubicBezTo>
                    <a:pt x="17980" y="13444"/>
                    <a:pt x="19348" y="17447"/>
                    <a:pt x="19348" y="17447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713143" y="4158930"/>
              <a:ext cx="93310" cy="50957"/>
            </a:xfrm>
            <a:custGeom>
              <a:avLst/>
              <a:gdLst/>
              <a:ahLst/>
              <a:cxnLst/>
              <a:rect l="l" t="t" r="r" b="b"/>
              <a:pathLst>
                <a:path w="4338" h="2369" fill="none" extrusionOk="0">
                  <a:moveTo>
                    <a:pt x="4337" y="0"/>
                  </a:moveTo>
                  <a:cubicBezTo>
                    <a:pt x="4337" y="0"/>
                    <a:pt x="2636" y="2369"/>
                    <a:pt x="1" y="2269"/>
                  </a:cubicBezTo>
                </a:path>
              </a:pathLst>
            </a:custGeom>
            <a:noFill/>
            <a:ln w="116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 flipH="1">
              <a:off x="1506975" y="1697125"/>
              <a:ext cx="957375" cy="957725"/>
            </a:xfrm>
            <a:custGeom>
              <a:avLst/>
              <a:gdLst/>
              <a:ahLst/>
              <a:cxnLst/>
              <a:rect l="l" t="t" r="r" b="b"/>
              <a:pathLst>
                <a:path w="38295" h="38309" extrusionOk="0">
                  <a:moveTo>
                    <a:pt x="19417" y="1"/>
                  </a:moveTo>
                  <a:cubicBezTo>
                    <a:pt x="19151" y="1"/>
                    <a:pt x="18883" y="5"/>
                    <a:pt x="18614" y="15"/>
                  </a:cubicBezTo>
                  <a:cubicBezTo>
                    <a:pt x="8207" y="382"/>
                    <a:pt x="1" y="7720"/>
                    <a:pt x="301" y="16460"/>
                  </a:cubicBezTo>
                  <a:cubicBezTo>
                    <a:pt x="601" y="24332"/>
                    <a:pt x="7740" y="30637"/>
                    <a:pt x="16780" y="31471"/>
                  </a:cubicBezTo>
                  <a:cubicBezTo>
                    <a:pt x="18047" y="34573"/>
                    <a:pt x="20516" y="37075"/>
                    <a:pt x="23651" y="38309"/>
                  </a:cubicBezTo>
                  <a:cubicBezTo>
                    <a:pt x="23651" y="38309"/>
                    <a:pt x="21383" y="36107"/>
                    <a:pt x="22117" y="31337"/>
                  </a:cubicBezTo>
                  <a:cubicBezTo>
                    <a:pt x="31357" y="30036"/>
                    <a:pt x="38295" y="23165"/>
                    <a:pt x="37995" y="15126"/>
                  </a:cubicBezTo>
                  <a:cubicBezTo>
                    <a:pt x="37702" y="6677"/>
                    <a:pt x="29464" y="1"/>
                    <a:pt x="19417" y="1"/>
                  </a:cubicBezTo>
                  <a:close/>
                </a:path>
              </a:pathLst>
            </a:custGeom>
            <a:solidFill>
              <a:schemeClr val="dk1"/>
            </a:solidFill>
            <a:ln w="116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8"/>
            <p:cNvSpPr/>
            <p:nvPr/>
          </p:nvSpPr>
          <p:spPr>
            <a:xfrm flipH="1">
              <a:off x="1769650" y="1943525"/>
              <a:ext cx="432000" cy="321050"/>
            </a:xfrm>
            <a:custGeom>
              <a:avLst/>
              <a:gdLst/>
              <a:ahLst/>
              <a:cxnLst/>
              <a:rect l="l" t="t" r="r" b="b"/>
              <a:pathLst>
                <a:path w="17280" h="12842" extrusionOk="0">
                  <a:moveTo>
                    <a:pt x="5172" y="1"/>
                  </a:moveTo>
                  <a:cubicBezTo>
                    <a:pt x="4772" y="1"/>
                    <a:pt x="4338" y="61"/>
                    <a:pt x="3870" y="199"/>
                  </a:cubicBezTo>
                  <a:cubicBezTo>
                    <a:pt x="1068" y="1000"/>
                    <a:pt x="0" y="4536"/>
                    <a:pt x="2302" y="7838"/>
                  </a:cubicBezTo>
                  <a:cubicBezTo>
                    <a:pt x="3937" y="10240"/>
                    <a:pt x="6639" y="11874"/>
                    <a:pt x="8040" y="12608"/>
                  </a:cubicBezTo>
                  <a:lnTo>
                    <a:pt x="8473" y="12842"/>
                  </a:lnTo>
                  <a:cubicBezTo>
                    <a:pt x="8607" y="12775"/>
                    <a:pt x="8740" y="12708"/>
                    <a:pt x="8907" y="12642"/>
                  </a:cubicBezTo>
                  <a:cubicBezTo>
                    <a:pt x="10341" y="11941"/>
                    <a:pt x="13076" y="10407"/>
                    <a:pt x="14844" y="8105"/>
                  </a:cubicBezTo>
                  <a:cubicBezTo>
                    <a:pt x="17279" y="4869"/>
                    <a:pt x="16379" y="1300"/>
                    <a:pt x="13577" y="366"/>
                  </a:cubicBezTo>
                  <a:cubicBezTo>
                    <a:pt x="13069" y="201"/>
                    <a:pt x="12599" y="130"/>
                    <a:pt x="12166" y="130"/>
                  </a:cubicBezTo>
                  <a:cubicBezTo>
                    <a:pt x="10410" y="130"/>
                    <a:pt x="9269" y="1298"/>
                    <a:pt x="8707" y="2101"/>
                  </a:cubicBezTo>
                  <a:cubicBezTo>
                    <a:pt x="8132" y="1253"/>
                    <a:pt x="6997" y="1"/>
                    <a:pt x="517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46000">
                  <a:schemeClr val="lt2"/>
                </a:gs>
                <a:gs pos="6600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931294" y="3488583"/>
              <a:ext cx="1005980" cy="1136567"/>
            </a:xfrm>
            <a:custGeom>
              <a:avLst/>
              <a:gdLst/>
              <a:ahLst/>
              <a:cxnLst/>
              <a:rect l="l" t="t" r="r" b="b"/>
              <a:pathLst>
                <a:path w="46768" h="52839" extrusionOk="0">
                  <a:moveTo>
                    <a:pt x="26262" y="1"/>
                  </a:moveTo>
                  <a:cubicBezTo>
                    <a:pt x="23939" y="1"/>
                    <a:pt x="21328" y="126"/>
                    <a:pt x="18447" y="367"/>
                  </a:cubicBezTo>
                  <a:cubicBezTo>
                    <a:pt x="8107" y="1201"/>
                    <a:pt x="2369" y="5738"/>
                    <a:pt x="2369" y="5738"/>
                  </a:cubicBezTo>
                  <a:cubicBezTo>
                    <a:pt x="1" y="14077"/>
                    <a:pt x="15579" y="38495"/>
                    <a:pt x="15112" y="40863"/>
                  </a:cubicBezTo>
                  <a:cubicBezTo>
                    <a:pt x="14645" y="43198"/>
                    <a:pt x="11909" y="52838"/>
                    <a:pt x="11909" y="52838"/>
                  </a:cubicBezTo>
                  <a:cubicBezTo>
                    <a:pt x="11909" y="52838"/>
                    <a:pt x="13611" y="51571"/>
                    <a:pt x="20049" y="51003"/>
                  </a:cubicBezTo>
                  <a:cubicBezTo>
                    <a:pt x="24361" y="50629"/>
                    <a:pt x="28832" y="50505"/>
                    <a:pt x="32854" y="50505"/>
                  </a:cubicBezTo>
                  <a:cubicBezTo>
                    <a:pt x="40654" y="50505"/>
                    <a:pt x="46768" y="50970"/>
                    <a:pt x="46768" y="50970"/>
                  </a:cubicBezTo>
                  <a:lnTo>
                    <a:pt x="41931" y="28788"/>
                  </a:lnTo>
                  <a:cubicBezTo>
                    <a:pt x="41931" y="28788"/>
                    <a:pt x="45167" y="21149"/>
                    <a:pt x="45133" y="18447"/>
                  </a:cubicBezTo>
                  <a:cubicBezTo>
                    <a:pt x="45100" y="14110"/>
                    <a:pt x="40730" y="5237"/>
                    <a:pt x="38195" y="2669"/>
                  </a:cubicBezTo>
                  <a:cubicBezTo>
                    <a:pt x="36366" y="840"/>
                    <a:pt x="32280" y="1"/>
                    <a:pt x="26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3" name="Google Shape;853;p38"/>
          <p:cNvSpPr txBox="1">
            <a:spLocks noGrp="1"/>
          </p:cNvSpPr>
          <p:nvPr>
            <p:ph type="subTitle" idx="1"/>
          </p:nvPr>
        </p:nvSpPr>
        <p:spPr>
          <a:xfrm>
            <a:off x="3643825" y="2630875"/>
            <a:ext cx="4263000" cy="150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Samsung sigue una sencilla filosofía comercial: dedicar su talento y tecnología a crear productos y servicios superiores que contribuyan a una mejor sociedad global. Para lograr esto, Samsung establece un alto valor en sus personas y tecnologías.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9"/>
          <p:cNvSpPr txBox="1">
            <a:spLocks noGrp="1"/>
          </p:cNvSpPr>
          <p:nvPr>
            <p:ph type="title"/>
          </p:nvPr>
        </p:nvSpPr>
        <p:spPr>
          <a:xfrm>
            <a:off x="715100" y="1852650"/>
            <a:ext cx="2462700" cy="63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</a:t>
            </a:r>
            <a:endParaRPr/>
          </a:p>
        </p:txBody>
      </p:sp>
      <p:sp>
        <p:nvSpPr>
          <p:cNvPr id="859" name="Google Shape;859;p39"/>
          <p:cNvSpPr txBox="1">
            <a:spLocks noGrp="1"/>
          </p:cNvSpPr>
          <p:nvPr>
            <p:ph type="subTitle" idx="1"/>
          </p:nvPr>
        </p:nvSpPr>
        <p:spPr>
          <a:xfrm>
            <a:off x="715100" y="2551725"/>
            <a:ext cx="4918800" cy="17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 través de la innovación tecnológica actual, se encuentra las soluciones que necesitan para dar respuesta a los retos del mañana. La tecnología crea oportunidades para que se desarrollen las empresas, prosperen los ciudadanos que viven en los mercados emergentes al acceder a la economía digital, y las personas en general inventen nuevas posibilidades.</a:t>
            </a:r>
            <a:endParaRPr sz="1700">
              <a:highlight>
                <a:schemeClr val="dk1"/>
              </a:highlight>
            </a:endParaRPr>
          </a:p>
        </p:txBody>
      </p:sp>
      <p:grpSp>
        <p:nvGrpSpPr>
          <p:cNvPr id="860" name="Google Shape;860;p39"/>
          <p:cNvGrpSpPr/>
          <p:nvPr/>
        </p:nvGrpSpPr>
        <p:grpSpPr>
          <a:xfrm>
            <a:off x="5586434" y="1036790"/>
            <a:ext cx="2548555" cy="5310904"/>
            <a:chOff x="5607226" y="713047"/>
            <a:chExt cx="1902048" cy="3963953"/>
          </a:xfrm>
        </p:grpSpPr>
        <p:grpSp>
          <p:nvGrpSpPr>
            <p:cNvPr id="861" name="Google Shape;861;p39"/>
            <p:cNvGrpSpPr/>
            <p:nvPr/>
          </p:nvGrpSpPr>
          <p:grpSpPr>
            <a:xfrm>
              <a:off x="5928632" y="713047"/>
              <a:ext cx="1259235" cy="2988105"/>
              <a:chOff x="2780500" y="744300"/>
              <a:chExt cx="1848825" cy="4387175"/>
            </a:xfrm>
          </p:grpSpPr>
          <p:sp>
            <p:nvSpPr>
              <p:cNvPr id="862" name="Google Shape;862;p39"/>
              <p:cNvSpPr/>
              <p:nvPr/>
            </p:nvSpPr>
            <p:spPr>
              <a:xfrm>
                <a:off x="3656125" y="744300"/>
                <a:ext cx="99250" cy="43806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175227" extrusionOk="0">
                    <a:moveTo>
                      <a:pt x="2002" y="1"/>
                    </a:moveTo>
                    <a:cubicBezTo>
                      <a:pt x="901" y="1"/>
                      <a:pt x="0" y="901"/>
                      <a:pt x="0" y="2002"/>
                    </a:cubicBezTo>
                    <a:lnTo>
                      <a:pt x="0" y="175226"/>
                    </a:lnTo>
                    <a:lnTo>
                      <a:pt x="3970" y="175226"/>
                    </a:lnTo>
                    <a:lnTo>
                      <a:pt x="3970" y="2002"/>
                    </a:lnTo>
                    <a:cubicBezTo>
                      <a:pt x="3970" y="901"/>
                      <a:pt x="3069" y="1"/>
                      <a:pt x="20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9"/>
              <p:cNvSpPr/>
              <p:nvPr/>
            </p:nvSpPr>
            <p:spPr>
              <a:xfrm>
                <a:off x="2780500" y="1321400"/>
                <a:ext cx="872300" cy="306900"/>
              </a:xfrm>
              <a:custGeom>
                <a:avLst/>
                <a:gdLst/>
                <a:ahLst/>
                <a:cxnLst/>
                <a:rect l="l" t="t" r="r" b="b"/>
                <a:pathLst>
                  <a:path w="34892" h="12276" extrusionOk="0">
                    <a:moveTo>
                      <a:pt x="0" y="0"/>
                    </a:moveTo>
                    <a:lnTo>
                      <a:pt x="0" y="12275"/>
                    </a:lnTo>
                    <a:lnTo>
                      <a:pt x="34892" y="12275"/>
                    </a:lnTo>
                    <a:lnTo>
                      <a:pt x="3489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46000">
                    <a:schemeClr val="lt2"/>
                  </a:gs>
                  <a:gs pos="66000">
                    <a:schemeClr val="accent1"/>
                  </a:gs>
                  <a:gs pos="100000">
                    <a:schemeClr val="accent2"/>
                  </a:gs>
                </a:gsLst>
                <a:lin ang="5400700" scaled="0"/>
              </a:gra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9"/>
              <p:cNvSpPr/>
              <p:nvPr/>
            </p:nvSpPr>
            <p:spPr>
              <a:xfrm>
                <a:off x="3757025" y="991975"/>
                <a:ext cx="872300" cy="306925"/>
              </a:xfrm>
              <a:custGeom>
                <a:avLst/>
                <a:gdLst/>
                <a:ahLst/>
                <a:cxnLst/>
                <a:rect l="l" t="t" r="r" b="b"/>
                <a:pathLst>
                  <a:path w="34892" h="12277" extrusionOk="0">
                    <a:moveTo>
                      <a:pt x="0" y="1"/>
                    </a:moveTo>
                    <a:lnTo>
                      <a:pt x="0" y="12276"/>
                    </a:lnTo>
                    <a:lnTo>
                      <a:pt x="34892" y="12276"/>
                    </a:lnTo>
                    <a:lnTo>
                      <a:pt x="348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46000">
                    <a:schemeClr val="lt2"/>
                  </a:gs>
                  <a:gs pos="66000">
                    <a:schemeClr val="accent1"/>
                  </a:gs>
                  <a:gs pos="100000">
                    <a:schemeClr val="accent2"/>
                  </a:gs>
                </a:gsLst>
                <a:lin ang="5400700" scaled="0"/>
              </a:gra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9"/>
              <p:cNvSpPr/>
              <p:nvPr/>
            </p:nvSpPr>
            <p:spPr>
              <a:xfrm>
                <a:off x="3757025" y="1469825"/>
                <a:ext cx="487025" cy="430325"/>
              </a:xfrm>
              <a:custGeom>
                <a:avLst/>
                <a:gdLst/>
                <a:ahLst/>
                <a:cxnLst/>
                <a:rect l="l" t="t" r="r" b="b"/>
                <a:pathLst>
                  <a:path w="19481" h="17213" extrusionOk="0">
                    <a:moveTo>
                      <a:pt x="19481" y="1"/>
                    </a:moveTo>
                    <a:lnTo>
                      <a:pt x="0" y="2469"/>
                    </a:lnTo>
                    <a:lnTo>
                      <a:pt x="0" y="14744"/>
                    </a:lnTo>
                    <a:lnTo>
                      <a:pt x="19481" y="17213"/>
                    </a:lnTo>
                    <a:lnTo>
                      <a:pt x="1948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46000">
                    <a:schemeClr val="lt2"/>
                  </a:gs>
                  <a:gs pos="66000">
                    <a:schemeClr val="accent1"/>
                  </a:gs>
                  <a:gs pos="100000">
                    <a:schemeClr val="accent2"/>
                  </a:gs>
                </a:gsLst>
                <a:lin ang="5400700" scaled="0"/>
              </a:gra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9"/>
              <p:cNvSpPr/>
              <p:nvPr/>
            </p:nvSpPr>
            <p:spPr>
              <a:xfrm>
                <a:off x="3814550" y="1574900"/>
                <a:ext cx="331950" cy="236025"/>
              </a:xfrm>
              <a:custGeom>
                <a:avLst/>
                <a:gdLst/>
                <a:ahLst/>
                <a:cxnLst/>
                <a:rect l="l" t="t" r="r" b="b"/>
                <a:pathLst>
                  <a:path w="13278" h="9441" extrusionOk="0">
                    <a:moveTo>
                      <a:pt x="8974" y="1"/>
                    </a:moveTo>
                    <a:lnTo>
                      <a:pt x="8974" y="2069"/>
                    </a:lnTo>
                    <a:lnTo>
                      <a:pt x="1" y="2402"/>
                    </a:lnTo>
                    <a:lnTo>
                      <a:pt x="1" y="6906"/>
                    </a:lnTo>
                    <a:lnTo>
                      <a:pt x="8974" y="7373"/>
                    </a:lnTo>
                    <a:lnTo>
                      <a:pt x="8974" y="9441"/>
                    </a:lnTo>
                    <a:lnTo>
                      <a:pt x="13277" y="4737"/>
                    </a:lnTo>
                    <a:lnTo>
                      <a:pt x="8974" y="1"/>
                    </a:ln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9"/>
              <p:cNvSpPr/>
              <p:nvPr/>
            </p:nvSpPr>
            <p:spPr>
              <a:xfrm>
                <a:off x="3893775" y="1027850"/>
                <a:ext cx="602975" cy="191000"/>
              </a:xfrm>
              <a:custGeom>
                <a:avLst/>
                <a:gdLst/>
                <a:ahLst/>
                <a:cxnLst/>
                <a:rect l="l" t="t" r="r" b="b"/>
                <a:pathLst>
                  <a:path w="24119" h="7640" extrusionOk="0">
                    <a:moveTo>
                      <a:pt x="17480" y="0"/>
                    </a:moveTo>
                    <a:lnTo>
                      <a:pt x="17480" y="1668"/>
                    </a:lnTo>
                    <a:lnTo>
                      <a:pt x="1" y="1668"/>
                    </a:lnTo>
                    <a:lnTo>
                      <a:pt x="1" y="5971"/>
                    </a:lnTo>
                    <a:lnTo>
                      <a:pt x="17480" y="5971"/>
                    </a:lnTo>
                    <a:lnTo>
                      <a:pt x="17480" y="7639"/>
                    </a:lnTo>
                    <a:lnTo>
                      <a:pt x="24118" y="3803"/>
                    </a:lnTo>
                    <a:lnTo>
                      <a:pt x="17480" y="0"/>
                    </a:ln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9"/>
              <p:cNvSpPr/>
              <p:nvPr/>
            </p:nvSpPr>
            <p:spPr>
              <a:xfrm>
                <a:off x="2920600" y="1381425"/>
                <a:ext cx="602950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24118" h="7673" extrusionOk="0">
                    <a:moveTo>
                      <a:pt x="6638" y="1"/>
                    </a:moveTo>
                    <a:lnTo>
                      <a:pt x="0" y="3837"/>
                    </a:lnTo>
                    <a:lnTo>
                      <a:pt x="6638" y="7673"/>
                    </a:lnTo>
                    <a:lnTo>
                      <a:pt x="6638" y="5972"/>
                    </a:lnTo>
                    <a:lnTo>
                      <a:pt x="24117" y="5972"/>
                    </a:lnTo>
                    <a:lnTo>
                      <a:pt x="24117" y="1669"/>
                    </a:lnTo>
                    <a:lnTo>
                      <a:pt x="6638" y="1669"/>
                    </a:lnTo>
                    <a:lnTo>
                      <a:pt x="6638" y="1"/>
                    </a:ln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9"/>
              <p:cNvSpPr/>
              <p:nvPr/>
            </p:nvSpPr>
            <p:spPr>
              <a:xfrm>
                <a:off x="3912125" y="2479500"/>
                <a:ext cx="628825" cy="122825"/>
              </a:xfrm>
              <a:custGeom>
                <a:avLst/>
                <a:gdLst/>
                <a:ahLst/>
                <a:cxnLst/>
                <a:rect l="l" t="t" r="r" b="b"/>
                <a:pathLst>
                  <a:path w="25153" h="4913" extrusionOk="0">
                    <a:moveTo>
                      <a:pt x="17640" y="1"/>
                    </a:moveTo>
                    <a:cubicBezTo>
                      <a:pt x="15427" y="1"/>
                      <a:pt x="12869" y="159"/>
                      <a:pt x="11309" y="776"/>
                    </a:cubicBezTo>
                    <a:cubicBezTo>
                      <a:pt x="8473" y="1877"/>
                      <a:pt x="3570" y="2544"/>
                      <a:pt x="2336" y="2711"/>
                    </a:cubicBezTo>
                    <a:lnTo>
                      <a:pt x="2036" y="2744"/>
                    </a:lnTo>
                    <a:lnTo>
                      <a:pt x="1" y="2711"/>
                    </a:lnTo>
                    <a:lnTo>
                      <a:pt x="1" y="2711"/>
                    </a:lnTo>
                    <a:cubicBezTo>
                      <a:pt x="1" y="2711"/>
                      <a:pt x="2769" y="4246"/>
                      <a:pt x="5038" y="4379"/>
                    </a:cubicBezTo>
                    <a:cubicBezTo>
                      <a:pt x="5201" y="4391"/>
                      <a:pt x="5362" y="4397"/>
                      <a:pt x="5521" y="4397"/>
                    </a:cubicBezTo>
                    <a:cubicBezTo>
                      <a:pt x="7566" y="4397"/>
                      <a:pt x="9300" y="3466"/>
                      <a:pt x="12643" y="3312"/>
                    </a:cubicBezTo>
                    <a:cubicBezTo>
                      <a:pt x="12777" y="3307"/>
                      <a:pt x="12912" y="3304"/>
                      <a:pt x="13050" y="3304"/>
                    </a:cubicBezTo>
                    <a:cubicBezTo>
                      <a:pt x="16624" y="3304"/>
                      <a:pt x="21449" y="4913"/>
                      <a:pt x="21449" y="4913"/>
                    </a:cubicBezTo>
                    <a:lnTo>
                      <a:pt x="25152" y="2511"/>
                    </a:lnTo>
                    <a:lnTo>
                      <a:pt x="21916" y="176"/>
                    </a:lnTo>
                    <a:cubicBezTo>
                      <a:pt x="21916" y="176"/>
                      <a:pt x="19969" y="1"/>
                      <a:pt x="176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9"/>
              <p:cNvSpPr/>
              <p:nvPr/>
            </p:nvSpPr>
            <p:spPr>
              <a:xfrm>
                <a:off x="3616925" y="2345450"/>
                <a:ext cx="199325" cy="140125"/>
              </a:xfrm>
              <a:custGeom>
                <a:avLst/>
                <a:gdLst/>
                <a:ahLst/>
                <a:cxnLst/>
                <a:rect l="l" t="t" r="r" b="b"/>
                <a:pathLst>
                  <a:path w="7973" h="5605" extrusionOk="0">
                    <a:moveTo>
                      <a:pt x="7973" y="1"/>
                    </a:moveTo>
                    <a:lnTo>
                      <a:pt x="0" y="768"/>
                    </a:lnTo>
                    <a:lnTo>
                      <a:pt x="0" y="5605"/>
                    </a:lnTo>
                    <a:lnTo>
                      <a:pt x="7973" y="5605"/>
                    </a:lnTo>
                    <a:lnTo>
                      <a:pt x="7973" y="1"/>
                    </a:lnTo>
                    <a:close/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9"/>
              <p:cNvSpPr/>
              <p:nvPr/>
            </p:nvSpPr>
            <p:spPr>
              <a:xfrm>
                <a:off x="3523625" y="2238300"/>
                <a:ext cx="100000" cy="106550"/>
              </a:xfrm>
              <a:custGeom>
                <a:avLst/>
                <a:gdLst/>
                <a:ahLst/>
                <a:cxnLst/>
                <a:rect l="l" t="t" r="r" b="b"/>
                <a:pathLst>
                  <a:path w="4000" h="4262" extrusionOk="0">
                    <a:moveTo>
                      <a:pt x="617" y="1"/>
                    </a:moveTo>
                    <a:cubicBezTo>
                      <a:pt x="258" y="1"/>
                      <a:pt x="0" y="271"/>
                      <a:pt x="297" y="1285"/>
                    </a:cubicBezTo>
                    <a:cubicBezTo>
                      <a:pt x="898" y="3373"/>
                      <a:pt x="1499" y="4261"/>
                      <a:pt x="2357" y="4261"/>
                    </a:cubicBezTo>
                    <a:cubicBezTo>
                      <a:pt x="2403" y="4261"/>
                      <a:pt x="2450" y="4258"/>
                      <a:pt x="2498" y="4253"/>
                    </a:cubicBezTo>
                    <a:cubicBezTo>
                      <a:pt x="3465" y="4153"/>
                      <a:pt x="3999" y="3820"/>
                      <a:pt x="3666" y="2986"/>
                    </a:cubicBezTo>
                    <a:cubicBezTo>
                      <a:pt x="3365" y="2152"/>
                      <a:pt x="1564" y="351"/>
                      <a:pt x="1564" y="351"/>
                    </a:cubicBezTo>
                    <a:cubicBezTo>
                      <a:pt x="1564" y="351"/>
                      <a:pt x="1025" y="1"/>
                      <a:pt x="6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9"/>
              <p:cNvSpPr/>
              <p:nvPr/>
            </p:nvSpPr>
            <p:spPr>
              <a:xfrm>
                <a:off x="3817900" y="2238300"/>
                <a:ext cx="99175" cy="106550"/>
              </a:xfrm>
              <a:custGeom>
                <a:avLst/>
                <a:gdLst/>
                <a:ahLst/>
                <a:cxnLst/>
                <a:rect l="l" t="t" r="r" b="b"/>
                <a:pathLst>
                  <a:path w="3967" h="4262" extrusionOk="0">
                    <a:moveTo>
                      <a:pt x="3349" y="1"/>
                    </a:moveTo>
                    <a:cubicBezTo>
                      <a:pt x="2941" y="1"/>
                      <a:pt x="2402" y="351"/>
                      <a:pt x="2402" y="351"/>
                    </a:cubicBezTo>
                    <a:cubicBezTo>
                      <a:pt x="2402" y="351"/>
                      <a:pt x="634" y="2152"/>
                      <a:pt x="301" y="2986"/>
                    </a:cubicBezTo>
                    <a:cubicBezTo>
                      <a:pt x="0" y="3820"/>
                      <a:pt x="501" y="4153"/>
                      <a:pt x="1468" y="4253"/>
                    </a:cubicBezTo>
                    <a:cubicBezTo>
                      <a:pt x="1516" y="4258"/>
                      <a:pt x="1563" y="4261"/>
                      <a:pt x="1609" y="4261"/>
                    </a:cubicBezTo>
                    <a:cubicBezTo>
                      <a:pt x="2467" y="4261"/>
                      <a:pt x="3068" y="3373"/>
                      <a:pt x="3670" y="1285"/>
                    </a:cubicBezTo>
                    <a:cubicBezTo>
                      <a:pt x="3966" y="271"/>
                      <a:pt x="3708" y="1"/>
                      <a:pt x="33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9"/>
              <p:cNvSpPr/>
              <p:nvPr/>
            </p:nvSpPr>
            <p:spPr>
              <a:xfrm>
                <a:off x="3533525" y="1953075"/>
                <a:ext cx="388650" cy="449100"/>
              </a:xfrm>
              <a:custGeom>
                <a:avLst/>
                <a:gdLst/>
                <a:ahLst/>
                <a:cxnLst/>
                <a:rect l="l" t="t" r="r" b="b"/>
                <a:pathLst>
                  <a:path w="15546" h="17964" extrusionOk="0">
                    <a:moveTo>
                      <a:pt x="7864" y="1"/>
                    </a:moveTo>
                    <a:cubicBezTo>
                      <a:pt x="7346" y="1"/>
                      <a:pt x="6534" y="381"/>
                      <a:pt x="5271" y="1686"/>
                    </a:cubicBezTo>
                    <a:cubicBezTo>
                      <a:pt x="5271" y="1686"/>
                      <a:pt x="2102" y="2720"/>
                      <a:pt x="1068" y="5689"/>
                    </a:cubicBezTo>
                    <a:cubicBezTo>
                      <a:pt x="1" y="8624"/>
                      <a:pt x="968" y="12193"/>
                      <a:pt x="1468" y="13661"/>
                    </a:cubicBezTo>
                    <a:cubicBezTo>
                      <a:pt x="2002" y="15129"/>
                      <a:pt x="4537" y="17964"/>
                      <a:pt x="4537" y="17964"/>
                    </a:cubicBezTo>
                    <a:lnTo>
                      <a:pt x="10175" y="17964"/>
                    </a:lnTo>
                    <a:cubicBezTo>
                      <a:pt x="11542" y="16630"/>
                      <a:pt x="12643" y="15062"/>
                      <a:pt x="13444" y="13327"/>
                    </a:cubicBezTo>
                    <a:cubicBezTo>
                      <a:pt x="14611" y="10725"/>
                      <a:pt x="14611" y="7023"/>
                      <a:pt x="14611" y="7023"/>
                    </a:cubicBezTo>
                    <a:cubicBezTo>
                      <a:pt x="14611" y="7023"/>
                      <a:pt x="14722" y="7062"/>
                      <a:pt x="14868" y="7062"/>
                    </a:cubicBezTo>
                    <a:cubicBezTo>
                      <a:pt x="15144" y="7062"/>
                      <a:pt x="15545" y="6919"/>
                      <a:pt x="15545" y="6089"/>
                    </a:cubicBezTo>
                    <a:cubicBezTo>
                      <a:pt x="15545" y="4821"/>
                      <a:pt x="12610" y="2420"/>
                      <a:pt x="12610" y="2420"/>
                    </a:cubicBezTo>
                    <a:cubicBezTo>
                      <a:pt x="12610" y="2420"/>
                      <a:pt x="13977" y="1886"/>
                      <a:pt x="13043" y="1152"/>
                    </a:cubicBezTo>
                    <a:cubicBezTo>
                      <a:pt x="12522" y="775"/>
                      <a:pt x="11315" y="688"/>
                      <a:pt x="10311" y="688"/>
                    </a:cubicBezTo>
                    <a:cubicBezTo>
                      <a:pt x="9451" y="688"/>
                      <a:pt x="8740" y="752"/>
                      <a:pt x="8740" y="752"/>
                    </a:cubicBezTo>
                    <a:cubicBezTo>
                      <a:pt x="8740" y="752"/>
                      <a:pt x="8592" y="1"/>
                      <a:pt x="78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9"/>
              <p:cNvSpPr/>
              <p:nvPr/>
            </p:nvSpPr>
            <p:spPr>
              <a:xfrm>
                <a:off x="3796225" y="5011525"/>
                <a:ext cx="251850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10074" h="4798" extrusionOk="0">
                    <a:moveTo>
                      <a:pt x="7172" y="1"/>
                    </a:moveTo>
                    <a:lnTo>
                      <a:pt x="500" y="434"/>
                    </a:lnTo>
                    <a:cubicBezTo>
                      <a:pt x="500" y="434"/>
                      <a:pt x="0" y="3603"/>
                      <a:pt x="434" y="4370"/>
                    </a:cubicBezTo>
                    <a:cubicBezTo>
                      <a:pt x="607" y="4703"/>
                      <a:pt x="1554" y="4798"/>
                      <a:pt x="2739" y="4798"/>
                    </a:cubicBezTo>
                    <a:cubicBezTo>
                      <a:pt x="4284" y="4798"/>
                      <a:pt x="6235" y="4637"/>
                      <a:pt x="7405" y="4637"/>
                    </a:cubicBezTo>
                    <a:cubicBezTo>
                      <a:pt x="9474" y="4637"/>
                      <a:pt x="9874" y="4304"/>
                      <a:pt x="9874" y="4304"/>
                    </a:cubicBezTo>
                    <a:cubicBezTo>
                      <a:pt x="9874" y="4304"/>
                      <a:pt x="10074" y="1635"/>
                      <a:pt x="9540" y="1101"/>
                    </a:cubicBezTo>
                    <a:cubicBezTo>
                      <a:pt x="9107" y="735"/>
                      <a:pt x="8573" y="534"/>
                      <a:pt x="8039" y="534"/>
                    </a:cubicBezTo>
                    <a:lnTo>
                      <a:pt x="7172" y="1"/>
                    </a:ln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9"/>
              <p:cNvSpPr/>
              <p:nvPr/>
            </p:nvSpPr>
            <p:spPr>
              <a:xfrm>
                <a:off x="3320050" y="3268275"/>
                <a:ext cx="661325" cy="1855425"/>
              </a:xfrm>
              <a:custGeom>
                <a:avLst/>
                <a:gdLst/>
                <a:ahLst/>
                <a:cxnLst/>
                <a:rect l="l" t="t" r="r" b="b"/>
                <a:pathLst>
                  <a:path w="26453" h="74217" extrusionOk="0">
                    <a:moveTo>
                      <a:pt x="11516" y="1"/>
                    </a:moveTo>
                    <a:cubicBezTo>
                      <a:pt x="8245" y="1"/>
                      <a:pt x="5498" y="132"/>
                      <a:pt x="4870" y="181"/>
                    </a:cubicBezTo>
                    <a:cubicBezTo>
                      <a:pt x="3836" y="248"/>
                      <a:pt x="2969" y="948"/>
                      <a:pt x="2602" y="1915"/>
                    </a:cubicBezTo>
                    <a:cubicBezTo>
                      <a:pt x="2602" y="1915"/>
                      <a:pt x="1968" y="6652"/>
                      <a:pt x="1968" y="7653"/>
                    </a:cubicBezTo>
                    <a:cubicBezTo>
                      <a:pt x="1968" y="8620"/>
                      <a:pt x="1735" y="17026"/>
                      <a:pt x="1735" y="17026"/>
                    </a:cubicBezTo>
                    <a:cubicBezTo>
                      <a:pt x="1735" y="17026"/>
                      <a:pt x="1835" y="39109"/>
                      <a:pt x="1835" y="39542"/>
                    </a:cubicBezTo>
                    <a:cubicBezTo>
                      <a:pt x="1835" y="39943"/>
                      <a:pt x="0" y="46014"/>
                      <a:pt x="667" y="50117"/>
                    </a:cubicBezTo>
                    <a:cubicBezTo>
                      <a:pt x="1301" y="54220"/>
                      <a:pt x="2602" y="69931"/>
                      <a:pt x="2602" y="69931"/>
                    </a:cubicBezTo>
                    <a:cubicBezTo>
                      <a:pt x="2602" y="69931"/>
                      <a:pt x="2168" y="73400"/>
                      <a:pt x="2502" y="73734"/>
                    </a:cubicBezTo>
                    <a:cubicBezTo>
                      <a:pt x="2711" y="73943"/>
                      <a:pt x="4720" y="74217"/>
                      <a:pt x="6211" y="74217"/>
                    </a:cubicBezTo>
                    <a:cubicBezTo>
                      <a:pt x="6859" y="74217"/>
                      <a:pt x="7410" y="74165"/>
                      <a:pt x="7672" y="74034"/>
                    </a:cubicBezTo>
                    <a:cubicBezTo>
                      <a:pt x="8540" y="73600"/>
                      <a:pt x="8006" y="69397"/>
                      <a:pt x="8006" y="69397"/>
                    </a:cubicBezTo>
                    <a:cubicBezTo>
                      <a:pt x="8273" y="68396"/>
                      <a:pt x="8473" y="67329"/>
                      <a:pt x="8540" y="66295"/>
                    </a:cubicBezTo>
                    <a:lnTo>
                      <a:pt x="8540" y="62826"/>
                    </a:lnTo>
                    <a:cubicBezTo>
                      <a:pt x="8540" y="61758"/>
                      <a:pt x="9073" y="52151"/>
                      <a:pt x="9607" y="48382"/>
                    </a:cubicBezTo>
                    <a:cubicBezTo>
                      <a:pt x="10141" y="44613"/>
                      <a:pt x="10474" y="39542"/>
                      <a:pt x="10474" y="39542"/>
                    </a:cubicBezTo>
                    <a:lnTo>
                      <a:pt x="12743" y="16259"/>
                    </a:lnTo>
                    <a:lnTo>
                      <a:pt x="14477" y="16126"/>
                    </a:lnTo>
                    <a:cubicBezTo>
                      <a:pt x="14477" y="16126"/>
                      <a:pt x="16612" y="41144"/>
                      <a:pt x="16712" y="42978"/>
                    </a:cubicBezTo>
                    <a:cubicBezTo>
                      <a:pt x="16846" y="44813"/>
                      <a:pt x="16412" y="48515"/>
                      <a:pt x="17379" y="52685"/>
                    </a:cubicBezTo>
                    <a:cubicBezTo>
                      <a:pt x="18347" y="56888"/>
                      <a:pt x="18880" y="68330"/>
                      <a:pt x="18880" y="68330"/>
                    </a:cubicBezTo>
                    <a:cubicBezTo>
                      <a:pt x="18880" y="68330"/>
                      <a:pt x="18680" y="69430"/>
                      <a:pt x="18880" y="69831"/>
                    </a:cubicBezTo>
                    <a:cubicBezTo>
                      <a:pt x="19114" y="70264"/>
                      <a:pt x="19648" y="71565"/>
                      <a:pt x="19648" y="71565"/>
                    </a:cubicBezTo>
                    <a:cubicBezTo>
                      <a:pt x="20014" y="71599"/>
                      <a:pt x="20390" y="71615"/>
                      <a:pt x="20769" y="71615"/>
                    </a:cubicBezTo>
                    <a:cubicBezTo>
                      <a:pt x="21149" y="71615"/>
                      <a:pt x="21532" y="71599"/>
                      <a:pt x="21916" y="71565"/>
                    </a:cubicBezTo>
                    <a:cubicBezTo>
                      <a:pt x="23117" y="71499"/>
                      <a:pt x="24318" y="71198"/>
                      <a:pt x="25385" y="70631"/>
                    </a:cubicBezTo>
                    <a:cubicBezTo>
                      <a:pt x="26186" y="69998"/>
                      <a:pt x="26452" y="68897"/>
                      <a:pt x="26085" y="67963"/>
                    </a:cubicBezTo>
                    <a:cubicBezTo>
                      <a:pt x="25418" y="66362"/>
                      <a:pt x="25151" y="66061"/>
                      <a:pt x="25151" y="66061"/>
                    </a:cubicBezTo>
                    <a:cubicBezTo>
                      <a:pt x="25151" y="66061"/>
                      <a:pt x="26119" y="52485"/>
                      <a:pt x="26119" y="49149"/>
                    </a:cubicBezTo>
                    <a:cubicBezTo>
                      <a:pt x="26119" y="45780"/>
                      <a:pt x="25585" y="41711"/>
                      <a:pt x="25585" y="41377"/>
                    </a:cubicBezTo>
                    <a:cubicBezTo>
                      <a:pt x="25585" y="41043"/>
                      <a:pt x="26219" y="16759"/>
                      <a:pt x="26219" y="14324"/>
                    </a:cubicBezTo>
                    <a:cubicBezTo>
                      <a:pt x="26219" y="11856"/>
                      <a:pt x="26019" y="5151"/>
                      <a:pt x="24918" y="2216"/>
                    </a:cubicBezTo>
                    <a:cubicBezTo>
                      <a:pt x="24244" y="384"/>
                      <a:pt x="17113" y="1"/>
                      <a:pt x="115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9"/>
              <p:cNvSpPr/>
              <p:nvPr/>
            </p:nvSpPr>
            <p:spPr>
              <a:xfrm>
                <a:off x="3544375" y="3659725"/>
                <a:ext cx="231850" cy="10875"/>
              </a:xfrm>
              <a:custGeom>
                <a:avLst/>
                <a:gdLst/>
                <a:ahLst/>
                <a:cxnLst/>
                <a:rect l="l" t="t" r="r" b="b"/>
                <a:pathLst>
                  <a:path w="9274" h="435" fill="none" extrusionOk="0">
                    <a:moveTo>
                      <a:pt x="0" y="434"/>
                    </a:moveTo>
                    <a:lnTo>
                      <a:pt x="9274" y="1"/>
                    </a:lnTo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9"/>
              <p:cNvSpPr/>
              <p:nvPr/>
            </p:nvSpPr>
            <p:spPr>
              <a:xfrm>
                <a:off x="3050675" y="2480550"/>
                <a:ext cx="1250100" cy="861950"/>
              </a:xfrm>
              <a:custGeom>
                <a:avLst/>
                <a:gdLst/>
                <a:ahLst/>
                <a:cxnLst/>
                <a:rect l="l" t="t" r="r" b="b"/>
                <a:pathLst>
                  <a:path w="50004" h="34478" extrusionOk="0">
                    <a:moveTo>
                      <a:pt x="25152" y="1"/>
                    </a:moveTo>
                    <a:lnTo>
                      <a:pt x="19315" y="1402"/>
                    </a:lnTo>
                    <a:cubicBezTo>
                      <a:pt x="19315" y="1402"/>
                      <a:pt x="10875" y="5504"/>
                      <a:pt x="9041" y="6572"/>
                    </a:cubicBezTo>
                    <a:cubicBezTo>
                      <a:pt x="7239" y="7639"/>
                      <a:pt x="1" y="22216"/>
                      <a:pt x="334" y="22950"/>
                    </a:cubicBezTo>
                    <a:cubicBezTo>
                      <a:pt x="635" y="23718"/>
                      <a:pt x="2036" y="24685"/>
                      <a:pt x="3437" y="24918"/>
                    </a:cubicBezTo>
                    <a:cubicBezTo>
                      <a:pt x="3454" y="24921"/>
                      <a:pt x="3472" y="24922"/>
                      <a:pt x="3491" y="24922"/>
                    </a:cubicBezTo>
                    <a:cubicBezTo>
                      <a:pt x="5011" y="24922"/>
                      <a:pt x="11976" y="17046"/>
                      <a:pt x="11976" y="17046"/>
                    </a:cubicBezTo>
                    <a:cubicBezTo>
                      <a:pt x="11976" y="17046"/>
                      <a:pt x="14044" y="27187"/>
                      <a:pt x="14044" y="27620"/>
                    </a:cubicBezTo>
                    <a:cubicBezTo>
                      <a:pt x="14044" y="28054"/>
                      <a:pt x="12843" y="33224"/>
                      <a:pt x="13377" y="34092"/>
                    </a:cubicBezTo>
                    <a:cubicBezTo>
                      <a:pt x="13555" y="34381"/>
                      <a:pt x="15975" y="34477"/>
                      <a:pt x="19123" y="34477"/>
                    </a:cubicBezTo>
                    <a:cubicBezTo>
                      <a:pt x="25419" y="34477"/>
                      <a:pt x="34626" y="34092"/>
                      <a:pt x="34626" y="34092"/>
                    </a:cubicBezTo>
                    <a:cubicBezTo>
                      <a:pt x="34626" y="34092"/>
                      <a:pt x="34649" y="34093"/>
                      <a:pt x="34691" y="34093"/>
                    </a:cubicBezTo>
                    <a:cubicBezTo>
                      <a:pt x="34981" y="34093"/>
                      <a:pt x="36156" y="34017"/>
                      <a:pt x="36360" y="32791"/>
                    </a:cubicBezTo>
                    <a:cubicBezTo>
                      <a:pt x="36560" y="31390"/>
                      <a:pt x="35926" y="27287"/>
                      <a:pt x="35926" y="27287"/>
                    </a:cubicBezTo>
                    <a:lnTo>
                      <a:pt x="38295" y="14878"/>
                    </a:lnTo>
                    <a:cubicBezTo>
                      <a:pt x="38295" y="14878"/>
                      <a:pt x="42831" y="21749"/>
                      <a:pt x="43865" y="22850"/>
                    </a:cubicBezTo>
                    <a:cubicBezTo>
                      <a:pt x="44612" y="23667"/>
                      <a:pt x="45429" y="23996"/>
                      <a:pt x="46213" y="23996"/>
                    </a:cubicBezTo>
                    <a:cubicBezTo>
                      <a:pt x="47286" y="23996"/>
                      <a:pt x="48294" y="23379"/>
                      <a:pt x="48969" y="22550"/>
                    </a:cubicBezTo>
                    <a:cubicBezTo>
                      <a:pt x="50003" y="21282"/>
                      <a:pt x="49103" y="18881"/>
                      <a:pt x="48769" y="18114"/>
                    </a:cubicBezTo>
                    <a:cubicBezTo>
                      <a:pt x="48435" y="17380"/>
                      <a:pt x="42698" y="4537"/>
                      <a:pt x="40997" y="3970"/>
                    </a:cubicBezTo>
                    <a:cubicBezTo>
                      <a:pt x="39262" y="3436"/>
                      <a:pt x="32024" y="868"/>
                      <a:pt x="32024" y="868"/>
                    </a:cubicBezTo>
                    <a:lnTo>
                      <a:pt x="25152" y="1"/>
                    </a:ln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9"/>
              <p:cNvSpPr/>
              <p:nvPr/>
            </p:nvSpPr>
            <p:spPr>
              <a:xfrm>
                <a:off x="3533525" y="2436275"/>
                <a:ext cx="346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13844" h="3173" extrusionOk="0">
                    <a:moveTo>
                      <a:pt x="7451" y="0"/>
                    </a:moveTo>
                    <a:cubicBezTo>
                      <a:pt x="7314" y="0"/>
                      <a:pt x="7176" y="1"/>
                      <a:pt x="7039" y="4"/>
                    </a:cubicBezTo>
                    <a:cubicBezTo>
                      <a:pt x="6953" y="2"/>
                      <a:pt x="6866" y="2"/>
                      <a:pt x="6780" y="2"/>
                    </a:cubicBezTo>
                    <a:cubicBezTo>
                      <a:pt x="4801" y="2"/>
                      <a:pt x="2855" y="368"/>
                      <a:pt x="1001" y="1071"/>
                    </a:cubicBezTo>
                    <a:lnTo>
                      <a:pt x="1" y="3173"/>
                    </a:lnTo>
                    <a:cubicBezTo>
                      <a:pt x="1" y="3173"/>
                      <a:pt x="7139" y="3006"/>
                      <a:pt x="8307" y="3006"/>
                    </a:cubicBezTo>
                    <a:cubicBezTo>
                      <a:pt x="9507" y="3006"/>
                      <a:pt x="13844" y="2972"/>
                      <a:pt x="13844" y="2972"/>
                    </a:cubicBezTo>
                    <a:lnTo>
                      <a:pt x="12743" y="637"/>
                    </a:lnTo>
                    <a:cubicBezTo>
                      <a:pt x="11008" y="204"/>
                      <a:pt x="9244" y="0"/>
                      <a:pt x="74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9"/>
              <p:cNvSpPr/>
              <p:nvPr/>
            </p:nvSpPr>
            <p:spPr>
              <a:xfrm>
                <a:off x="3255825" y="2764075"/>
                <a:ext cx="94275" cy="142650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5706" fill="none" extrusionOk="0">
                    <a:moveTo>
                      <a:pt x="1568" y="1"/>
                    </a:moveTo>
                    <a:lnTo>
                      <a:pt x="3770" y="5705"/>
                    </a:lnTo>
                    <a:lnTo>
                      <a:pt x="1" y="1902"/>
                    </a:lnTo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9"/>
              <p:cNvSpPr/>
              <p:nvPr/>
            </p:nvSpPr>
            <p:spPr>
              <a:xfrm>
                <a:off x="4008025" y="2699050"/>
                <a:ext cx="100100" cy="153450"/>
              </a:xfrm>
              <a:custGeom>
                <a:avLst/>
                <a:gdLst/>
                <a:ahLst/>
                <a:cxnLst/>
                <a:rect l="l" t="t" r="r" b="b"/>
                <a:pathLst>
                  <a:path w="4004" h="6138" fill="none" extrusionOk="0">
                    <a:moveTo>
                      <a:pt x="2469" y="0"/>
                    </a:moveTo>
                    <a:lnTo>
                      <a:pt x="1" y="6138"/>
                    </a:lnTo>
                    <a:lnTo>
                      <a:pt x="4004" y="1835"/>
                    </a:lnTo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9"/>
              <p:cNvSpPr/>
              <p:nvPr/>
            </p:nvSpPr>
            <p:spPr>
              <a:xfrm>
                <a:off x="3035675" y="3100150"/>
                <a:ext cx="506225" cy="399500"/>
              </a:xfrm>
              <a:custGeom>
                <a:avLst/>
                <a:gdLst/>
                <a:ahLst/>
                <a:cxnLst/>
                <a:rect l="l" t="t" r="r" b="b"/>
                <a:pathLst>
                  <a:path w="20249" h="15980" extrusionOk="0">
                    <a:moveTo>
                      <a:pt x="7072" y="1"/>
                    </a:moveTo>
                    <a:lnTo>
                      <a:pt x="0" y="868"/>
                    </a:lnTo>
                    <a:cubicBezTo>
                      <a:pt x="601" y="2569"/>
                      <a:pt x="1668" y="4071"/>
                      <a:pt x="3103" y="5171"/>
                    </a:cubicBezTo>
                    <a:cubicBezTo>
                      <a:pt x="5471" y="7006"/>
                      <a:pt x="11876" y="13044"/>
                      <a:pt x="11876" y="13044"/>
                    </a:cubicBezTo>
                    <a:cubicBezTo>
                      <a:pt x="11809" y="13377"/>
                      <a:pt x="11809" y="13711"/>
                      <a:pt x="11876" y="14011"/>
                    </a:cubicBezTo>
                    <a:cubicBezTo>
                      <a:pt x="11976" y="14578"/>
                      <a:pt x="13710" y="15979"/>
                      <a:pt x="13710" y="15979"/>
                    </a:cubicBezTo>
                    <a:lnTo>
                      <a:pt x="13710" y="14878"/>
                    </a:lnTo>
                    <a:lnTo>
                      <a:pt x="14110" y="14011"/>
                    </a:lnTo>
                    <a:lnTo>
                      <a:pt x="14544" y="12944"/>
                    </a:lnTo>
                    <a:cubicBezTo>
                      <a:pt x="15011" y="12777"/>
                      <a:pt x="15478" y="12543"/>
                      <a:pt x="15945" y="12310"/>
                    </a:cubicBezTo>
                    <a:cubicBezTo>
                      <a:pt x="16145" y="12143"/>
                      <a:pt x="16345" y="11976"/>
                      <a:pt x="16479" y="11776"/>
                    </a:cubicBezTo>
                    <a:cubicBezTo>
                      <a:pt x="17113" y="11876"/>
                      <a:pt x="17780" y="11943"/>
                      <a:pt x="18414" y="11976"/>
                    </a:cubicBezTo>
                    <a:cubicBezTo>
                      <a:pt x="19181" y="11976"/>
                      <a:pt x="20248" y="11209"/>
                      <a:pt x="19614" y="11009"/>
                    </a:cubicBezTo>
                    <a:cubicBezTo>
                      <a:pt x="18947" y="10809"/>
                      <a:pt x="18313" y="11009"/>
                      <a:pt x="17446" y="10575"/>
                    </a:cubicBezTo>
                    <a:cubicBezTo>
                      <a:pt x="16579" y="10175"/>
                      <a:pt x="16145" y="9741"/>
                      <a:pt x="15278" y="9741"/>
                    </a:cubicBezTo>
                    <a:lnTo>
                      <a:pt x="13043" y="9741"/>
                    </a:lnTo>
                    <a:lnTo>
                      <a:pt x="7072" y="1"/>
                    </a:lnTo>
                    <a:close/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9"/>
              <p:cNvSpPr/>
              <p:nvPr/>
            </p:nvSpPr>
            <p:spPr>
              <a:xfrm>
                <a:off x="3010650" y="2955900"/>
                <a:ext cx="228525" cy="215275"/>
              </a:xfrm>
              <a:custGeom>
                <a:avLst/>
                <a:gdLst/>
                <a:ahLst/>
                <a:cxnLst/>
                <a:rect l="l" t="t" r="r" b="b"/>
                <a:pathLst>
                  <a:path w="9141" h="8611" extrusionOk="0">
                    <a:moveTo>
                      <a:pt x="3503" y="0"/>
                    </a:moveTo>
                    <a:lnTo>
                      <a:pt x="3503" y="0"/>
                    </a:lnTo>
                    <a:cubicBezTo>
                      <a:pt x="3503" y="0"/>
                      <a:pt x="2269" y="400"/>
                      <a:pt x="1935" y="701"/>
                    </a:cubicBezTo>
                    <a:cubicBezTo>
                      <a:pt x="1602" y="1034"/>
                      <a:pt x="1" y="3503"/>
                      <a:pt x="334" y="4804"/>
                    </a:cubicBezTo>
                    <a:cubicBezTo>
                      <a:pt x="634" y="6105"/>
                      <a:pt x="1068" y="7939"/>
                      <a:pt x="3870" y="8473"/>
                    </a:cubicBezTo>
                    <a:cubicBezTo>
                      <a:pt x="4378" y="8570"/>
                      <a:pt x="4845" y="8611"/>
                      <a:pt x="5269" y="8611"/>
                    </a:cubicBezTo>
                    <a:cubicBezTo>
                      <a:pt x="7185" y="8611"/>
                      <a:pt x="8243" y="7779"/>
                      <a:pt x="8407" y="7506"/>
                    </a:cubicBezTo>
                    <a:cubicBezTo>
                      <a:pt x="8640" y="7172"/>
                      <a:pt x="9141" y="3369"/>
                      <a:pt x="8707" y="3369"/>
                    </a:cubicBezTo>
                    <a:cubicBezTo>
                      <a:pt x="8273" y="3369"/>
                      <a:pt x="7106" y="4804"/>
                      <a:pt x="7106" y="4804"/>
                    </a:cubicBezTo>
                    <a:cubicBezTo>
                      <a:pt x="7106" y="4804"/>
                      <a:pt x="3903" y="4070"/>
                      <a:pt x="3270" y="3569"/>
                    </a:cubicBezTo>
                    <a:cubicBezTo>
                      <a:pt x="2603" y="3036"/>
                      <a:pt x="3503" y="0"/>
                      <a:pt x="35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9"/>
              <p:cNvSpPr/>
              <p:nvPr/>
            </p:nvSpPr>
            <p:spPr>
              <a:xfrm>
                <a:off x="3827900" y="3101000"/>
                <a:ext cx="507900" cy="404475"/>
              </a:xfrm>
              <a:custGeom>
                <a:avLst/>
                <a:gdLst/>
                <a:ahLst/>
                <a:cxnLst/>
                <a:rect l="l" t="t" r="r" b="b"/>
                <a:pathLst>
                  <a:path w="20316" h="16179" extrusionOk="0">
                    <a:moveTo>
                      <a:pt x="13177" y="0"/>
                    </a:moveTo>
                    <a:lnTo>
                      <a:pt x="7239" y="9707"/>
                    </a:lnTo>
                    <a:lnTo>
                      <a:pt x="4971" y="9707"/>
                    </a:lnTo>
                    <a:cubicBezTo>
                      <a:pt x="4104" y="9707"/>
                      <a:pt x="3670" y="10141"/>
                      <a:pt x="2803" y="10541"/>
                    </a:cubicBezTo>
                    <a:cubicBezTo>
                      <a:pt x="1935" y="10975"/>
                      <a:pt x="1302" y="10775"/>
                      <a:pt x="668" y="10975"/>
                    </a:cubicBezTo>
                    <a:cubicBezTo>
                      <a:pt x="1" y="11175"/>
                      <a:pt x="1101" y="11942"/>
                      <a:pt x="1835" y="11942"/>
                    </a:cubicBezTo>
                    <a:cubicBezTo>
                      <a:pt x="2502" y="11909"/>
                      <a:pt x="3136" y="11842"/>
                      <a:pt x="3770" y="11742"/>
                    </a:cubicBezTo>
                    <a:cubicBezTo>
                      <a:pt x="3937" y="11942"/>
                      <a:pt x="4104" y="12109"/>
                      <a:pt x="4304" y="12276"/>
                    </a:cubicBezTo>
                    <a:cubicBezTo>
                      <a:pt x="4771" y="12509"/>
                      <a:pt x="5238" y="12743"/>
                      <a:pt x="5738" y="12910"/>
                    </a:cubicBezTo>
                    <a:lnTo>
                      <a:pt x="5771" y="13643"/>
                    </a:lnTo>
                    <a:lnTo>
                      <a:pt x="5938" y="14611"/>
                    </a:lnTo>
                    <a:lnTo>
                      <a:pt x="5938" y="16179"/>
                    </a:lnTo>
                    <a:cubicBezTo>
                      <a:pt x="5938" y="16179"/>
                      <a:pt x="8307" y="14544"/>
                      <a:pt x="8407" y="13977"/>
                    </a:cubicBezTo>
                    <a:cubicBezTo>
                      <a:pt x="8473" y="13677"/>
                      <a:pt x="8473" y="13343"/>
                      <a:pt x="8407" y="13010"/>
                    </a:cubicBezTo>
                    <a:cubicBezTo>
                      <a:pt x="8407" y="13010"/>
                      <a:pt x="14811" y="6972"/>
                      <a:pt x="17180" y="5137"/>
                    </a:cubicBezTo>
                    <a:cubicBezTo>
                      <a:pt x="18614" y="4037"/>
                      <a:pt x="19681" y="2535"/>
                      <a:pt x="20315" y="834"/>
                    </a:cubicBezTo>
                    <a:lnTo>
                      <a:pt x="13177" y="0"/>
                    </a:lnTo>
                    <a:close/>
                  </a:path>
                </a:pathLst>
              </a:custGeom>
              <a:solidFill>
                <a:schemeClr val="lt1"/>
              </a:solidFill>
              <a:ln w="10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9"/>
              <p:cNvSpPr/>
              <p:nvPr/>
            </p:nvSpPr>
            <p:spPr>
              <a:xfrm>
                <a:off x="4140150" y="2968200"/>
                <a:ext cx="219825" cy="202900"/>
              </a:xfrm>
              <a:custGeom>
                <a:avLst/>
                <a:gdLst/>
                <a:ahLst/>
                <a:cxnLst/>
                <a:rect l="l" t="t" r="r" b="b"/>
                <a:pathLst>
                  <a:path w="8793" h="8116" extrusionOk="0">
                    <a:moveTo>
                      <a:pt x="6162" y="0"/>
                    </a:moveTo>
                    <a:cubicBezTo>
                      <a:pt x="5924" y="0"/>
                      <a:pt x="5724" y="42"/>
                      <a:pt x="5724" y="42"/>
                    </a:cubicBezTo>
                    <a:cubicBezTo>
                      <a:pt x="5724" y="776"/>
                      <a:pt x="5657" y="1510"/>
                      <a:pt x="5524" y="2243"/>
                    </a:cubicBezTo>
                    <a:cubicBezTo>
                      <a:pt x="4990" y="4145"/>
                      <a:pt x="1654" y="4312"/>
                      <a:pt x="1654" y="4312"/>
                    </a:cubicBezTo>
                    <a:cubicBezTo>
                      <a:pt x="1154" y="4078"/>
                      <a:pt x="653" y="3745"/>
                      <a:pt x="253" y="3344"/>
                    </a:cubicBezTo>
                    <a:cubicBezTo>
                      <a:pt x="242" y="3330"/>
                      <a:pt x="231" y="3323"/>
                      <a:pt x="221" y="3323"/>
                    </a:cubicBezTo>
                    <a:cubicBezTo>
                      <a:pt x="1" y="3323"/>
                      <a:pt x="162" y="6694"/>
                      <a:pt x="353" y="7014"/>
                    </a:cubicBezTo>
                    <a:cubicBezTo>
                      <a:pt x="545" y="7260"/>
                      <a:pt x="1594" y="8116"/>
                      <a:pt x="3518" y="8116"/>
                    </a:cubicBezTo>
                    <a:cubicBezTo>
                      <a:pt x="3934" y="8116"/>
                      <a:pt x="4391" y="8076"/>
                      <a:pt x="4890" y="7981"/>
                    </a:cubicBezTo>
                    <a:cubicBezTo>
                      <a:pt x="7692" y="7447"/>
                      <a:pt x="8125" y="5613"/>
                      <a:pt x="8459" y="4312"/>
                    </a:cubicBezTo>
                    <a:cubicBezTo>
                      <a:pt x="8793" y="3011"/>
                      <a:pt x="7158" y="542"/>
                      <a:pt x="6824" y="209"/>
                    </a:cubicBezTo>
                    <a:cubicBezTo>
                      <a:pt x="6674" y="42"/>
                      <a:pt x="6399" y="0"/>
                      <a:pt x="61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9"/>
              <p:cNvSpPr/>
              <p:nvPr/>
            </p:nvSpPr>
            <p:spPr>
              <a:xfrm>
                <a:off x="3376750" y="5015700"/>
                <a:ext cx="152625" cy="111075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4443" extrusionOk="0">
                    <a:moveTo>
                      <a:pt x="5771" y="0"/>
                    </a:moveTo>
                    <a:lnTo>
                      <a:pt x="5771" y="0"/>
                    </a:lnTo>
                    <a:cubicBezTo>
                      <a:pt x="5004" y="367"/>
                      <a:pt x="4203" y="601"/>
                      <a:pt x="3370" y="701"/>
                    </a:cubicBezTo>
                    <a:cubicBezTo>
                      <a:pt x="3172" y="726"/>
                      <a:pt x="2975" y="738"/>
                      <a:pt x="2778" y="738"/>
                    </a:cubicBezTo>
                    <a:cubicBezTo>
                      <a:pt x="1913" y="738"/>
                      <a:pt x="1068" y="502"/>
                      <a:pt x="334" y="67"/>
                    </a:cubicBezTo>
                    <a:cubicBezTo>
                      <a:pt x="334" y="67"/>
                      <a:pt x="0" y="3803"/>
                      <a:pt x="301" y="4137"/>
                    </a:cubicBezTo>
                    <a:cubicBezTo>
                      <a:pt x="443" y="4332"/>
                      <a:pt x="1634" y="4442"/>
                      <a:pt x="2848" y="4442"/>
                    </a:cubicBezTo>
                    <a:cubicBezTo>
                      <a:pt x="3915" y="4442"/>
                      <a:pt x="4999" y="4357"/>
                      <a:pt x="5404" y="4170"/>
                    </a:cubicBezTo>
                    <a:cubicBezTo>
                      <a:pt x="6105" y="3803"/>
                      <a:pt x="5905" y="1135"/>
                      <a:pt x="57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08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6" name="Google Shape;886;p39"/>
            <p:cNvSpPr/>
            <p:nvPr/>
          </p:nvSpPr>
          <p:spPr>
            <a:xfrm rot="8099903" flipH="1">
              <a:off x="5874225" y="3064958"/>
              <a:ext cx="1368050" cy="1321929"/>
            </a:xfrm>
            <a:custGeom>
              <a:avLst/>
              <a:gdLst/>
              <a:ahLst/>
              <a:cxnLst/>
              <a:rect l="l" t="t" r="r" b="b"/>
              <a:pathLst>
                <a:path w="10886" h="10519" extrusionOk="0">
                  <a:moveTo>
                    <a:pt x="10519" y="0"/>
                  </a:moveTo>
                  <a:lnTo>
                    <a:pt x="1" y="10518"/>
                  </a:lnTo>
                  <a:lnTo>
                    <a:pt x="368" y="10518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0"/>
          <p:cNvSpPr txBox="1">
            <a:spLocks noGrp="1"/>
          </p:cNvSpPr>
          <p:nvPr>
            <p:ph type="ctrTitle"/>
          </p:nvPr>
        </p:nvSpPr>
        <p:spPr>
          <a:xfrm flipH="1">
            <a:off x="927525" y="1752936"/>
            <a:ext cx="3342900" cy="12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HISTORIA</a:t>
            </a:r>
            <a:endParaRPr sz="4700" b="0">
              <a:solidFill>
                <a:schemeClr val="dk2"/>
              </a:solidFill>
            </a:endParaRPr>
          </a:p>
        </p:txBody>
      </p:sp>
      <p:grpSp>
        <p:nvGrpSpPr>
          <p:cNvPr id="892" name="Google Shape;892;p40"/>
          <p:cNvGrpSpPr/>
          <p:nvPr/>
        </p:nvGrpSpPr>
        <p:grpSpPr>
          <a:xfrm>
            <a:off x="5189946" y="1155611"/>
            <a:ext cx="2525730" cy="4230862"/>
            <a:chOff x="5085649" y="847603"/>
            <a:chExt cx="2923298" cy="4896831"/>
          </a:xfrm>
        </p:grpSpPr>
        <p:sp>
          <p:nvSpPr>
            <p:cNvPr id="893" name="Google Shape;893;p40"/>
            <p:cNvSpPr/>
            <p:nvPr/>
          </p:nvSpPr>
          <p:spPr>
            <a:xfrm>
              <a:off x="5085649" y="847603"/>
              <a:ext cx="2923298" cy="1772544"/>
            </a:xfrm>
            <a:custGeom>
              <a:avLst/>
              <a:gdLst/>
              <a:ahLst/>
              <a:cxnLst/>
              <a:rect l="l" t="t" r="r" b="b"/>
              <a:pathLst>
                <a:path w="143036" h="86730" extrusionOk="0">
                  <a:moveTo>
                    <a:pt x="0" y="0"/>
                  </a:moveTo>
                  <a:lnTo>
                    <a:pt x="0" y="86729"/>
                  </a:lnTo>
                  <a:lnTo>
                    <a:pt x="143036" y="86729"/>
                  </a:lnTo>
                  <a:lnTo>
                    <a:pt x="14303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46000">
                  <a:schemeClr val="lt2"/>
                </a:gs>
                <a:gs pos="6600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5185179" y="1080080"/>
              <a:ext cx="1585051" cy="138403"/>
            </a:xfrm>
            <a:custGeom>
              <a:avLst/>
              <a:gdLst/>
              <a:ahLst/>
              <a:cxnLst/>
              <a:rect l="l" t="t" r="r" b="b"/>
              <a:pathLst>
                <a:path w="77556" h="6772" fill="none" extrusionOk="0">
                  <a:moveTo>
                    <a:pt x="1" y="0"/>
                  </a:moveTo>
                  <a:lnTo>
                    <a:pt x="77556" y="0"/>
                  </a:lnTo>
                  <a:lnTo>
                    <a:pt x="77556" y="6772"/>
                  </a:lnTo>
                  <a:lnTo>
                    <a:pt x="1" y="6772"/>
                  </a:lnTo>
                  <a:close/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5185179" y="1296860"/>
              <a:ext cx="1585051" cy="800394"/>
            </a:xfrm>
            <a:custGeom>
              <a:avLst/>
              <a:gdLst/>
              <a:ahLst/>
              <a:cxnLst/>
              <a:rect l="l" t="t" r="r" b="b"/>
              <a:pathLst>
                <a:path w="77556" h="39163" fill="none" extrusionOk="0">
                  <a:moveTo>
                    <a:pt x="1" y="1"/>
                  </a:moveTo>
                  <a:lnTo>
                    <a:pt x="77556" y="1"/>
                  </a:lnTo>
                  <a:lnTo>
                    <a:pt x="77556" y="39162"/>
                  </a:lnTo>
                  <a:lnTo>
                    <a:pt x="1" y="39162"/>
                  </a:lnTo>
                  <a:close/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6860217" y="1875650"/>
              <a:ext cx="1073071" cy="637446"/>
            </a:xfrm>
            <a:custGeom>
              <a:avLst/>
              <a:gdLst/>
              <a:ahLst/>
              <a:cxnLst/>
              <a:rect l="l" t="t" r="r" b="b"/>
              <a:pathLst>
                <a:path w="52505" h="31190" fill="none" extrusionOk="0">
                  <a:moveTo>
                    <a:pt x="0" y="1"/>
                  </a:moveTo>
                  <a:lnTo>
                    <a:pt x="52504" y="1"/>
                  </a:lnTo>
                  <a:lnTo>
                    <a:pt x="52504" y="31190"/>
                  </a:lnTo>
                  <a:lnTo>
                    <a:pt x="0" y="31190"/>
                  </a:lnTo>
                  <a:close/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6860217" y="1875650"/>
              <a:ext cx="1073071" cy="637446"/>
            </a:xfrm>
            <a:custGeom>
              <a:avLst/>
              <a:gdLst/>
              <a:ahLst/>
              <a:cxnLst/>
              <a:rect l="l" t="t" r="r" b="b"/>
              <a:pathLst>
                <a:path w="52505" h="31190" fill="none" extrusionOk="0">
                  <a:moveTo>
                    <a:pt x="0" y="31190"/>
                  </a:moveTo>
                  <a:lnTo>
                    <a:pt x="52504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6860217" y="1875650"/>
              <a:ext cx="1073071" cy="637446"/>
            </a:xfrm>
            <a:custGeom>
              <a:avLst/>
              <a:gdLst/>
              <a:ahLst/>
              <a:cxnLst/>
              <a:rect l="l" t="t" r="r" b="b"/>
              <a:pathLst>
                <a:path w="52505" h="31190" fill="none" extrusionOk="0">
                  <a:moveTo>
                    <a:pt x="52504" y="31190"/>
                  </a:moveTo>
                  <a:lnTo>
                    <a:pt x="0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6492076" y="2218571"/>
              <a:ext cx="259761" cy="20"/>
            </a:xfrm>
            <a:custGeom>
              <a:avLst/>
              <a:gdLst/>
              <a:ahLst/>
              <a:cxnLst/>
              <a:rect l="l" t="t" r="r" b="b"/>
              <a:pathLst>
                <a:path w="12710" h="1" fill="none" extrusionOk="0">
                  <a:moveTo>
                    <a:pt x="0" y="1"/>
                  </a:moveTo>
                  <a:lnTo>
                    <a:pt x="12709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6031905" y="2218571"/>
              <a:ext cx="406338" cy="20"/>
            </a:xfrm>
            <a:custGeom>
              <a:avLst/>
              <a:gdLst/>
              <a:ahLst/>
              <a:cxnLst/>
              <a:rect l="l" t="t" r="r" b="b"/>
              <a:pathLst>
                <a:path w="19882" h="1" fill="none" extrusionOk="0">
                  <a:moveTo>
                    <a:pt x="0" y="1"/>
                  </a:moveTo>
                  <a:lnTo>
                    <a:pt x="19881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5404024" y="2218571"/>
              <a:ext cx="548808" cy="20"/>
            </a:xfrm>
            <a:custGeom>
              <a:avLst/>
              <a:gdLst/>
              <a:ahLst/>
              <a:cxnLst/>
              <a:rect l="l" t="t" r="r" b="b"/>
              <a:pathLst>
                <a:path w="26853" h="1" fill="none" extrusionOk="0">
                  <a:moveTo>
                    <a:pt x="0" y="1"/>
                  </a:moveTo>
                  <a:lnTo>
                    <a:pt x="26853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5193354" y="2218571"/>
              <a:ext cx="147293" cy="20"/>
            </a:xfrm>
            <a:custGeom>
              <a:avLst/>
              <a:gdLst/>
              <a:ahLst/>
              <a:cxnLst/>
              <a:rect l="l" t="t" r="r" b="b"/>
              <a:pathLst>
                <a:path w="7207" h="1" fill="none" extrusionOk="0">
                  <a:moveTo>
                    <a:pt x="1" y="1"/>
                  </a:moveTo>
                  <a:lnTo>
                    <a:pt x="7206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5575822" y="2292207"/>
              <a:ext cx="1176015" cy="20"/>
            </a:xfrm>
            <a:custGeom>
              <a:avLst/>
              <a:gdLst/>
              <a:ahLst/>
              <a:cxnLst/>
              <a:rect l="l" t="t" r="r" b="b"/>
              <a:pathLst>
                <a:path w="57542" h="1" fill="none" extrusionOk="0">
                  <a:moveTo>
                    <a:pt x="0" y="0"/>
                  </a:moveTo>
                  <a:lnTo>
                    <a:pt x="57541" y="0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5193354" y="2292207"/>
              <a:ext cx="323178" cy="20"/>
            </a:xfrm>
            <a:custGeom>
              <a:avLst/>
              <a:gdLst/>
              <a:ahLst/>
              <a:cxnLst/>
              <a:rect l="l" t="t" r="r" b="b"/>
              <a:pathLst>
                <a:path w="15813" h="1" fill="none" extrusionOk="0">
                  <a:moveTo>
                    <a:pt x="1" y="0"/>
                  </a:moveTo>
                  <a:lnTo>
                    <a:pt x="15812" y="0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6198246" y="2365823"/>
              <a:ext cx="553591" cy="20"/>
            </a:xfrm>
            <a:custGeom>
              <a:avLst/>
              <a:gdLst/>
              <a:ahLst/>
              <a:cxnLst/>
              <a:rect l="l" t="t" r="r" b="b"/>
              <a:pathLst>
                <a:path w="27087" h="1" fill="none" extrusionOk="0">
                  <a:moveTo>
                    <a:pt x="0" y="1"/>
                  </a:moveTo>
                  <a:lnTo>
                    <a:pt x="27086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5649438" y="2365823"/>
              <a:ext cx="470430" cy="20"/>
            </a:xfrm>
            <a:custGeom>
              <a:avLst/>
              <a:gdLst/>
              <a:ahLst/>
              <a:cxnLst/>
              <a:rect l="l" t="t" r="r" b="b"/>
              <a:pathLst>
                <a:path w="23018" h="1" fill="none" extrusionOk="0">
                  <a:moveTo>
                    <a:pt x="1" y="1"/>
                  </a:moveTo>
                  <a:lnTo>
                    <a:pt x="23017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5193354" y="2365823"/>
              <a:ext cx="402251" cy="20"/>
            </a:xfrm>
            <a:custGeom>
              <a:avLst/>
              <a:gdLst/>
              <a:ahLst/>
              <a:cxnLst/>
              <a:rect l="l" t="t" r="r" b="b"/>
              <a:pathLst>
                <a:path w="19682" h="1" fill="none" extrusionOk="0">
                  <a:moveTo>
                    <a:pt x="1" y="1"/>
                  </a:moveTo>
                  <a:lnTo>
                    <a:pt x="19682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6109608" y="2439460"/>
              <a:ext cx="642228" cy="20"/>
            </a:xfrm>
            <a:custGeom>
              <a:avLst/>
              <a:gdLst/>
              <a:ahLst/>
              <a:cxnLst/>
              <a:rect l="l" t="t" r="r" b="b"/>
              <a:pathLst>
                <a:path w="31424" h="1" fill="none" extrusionOk="0">
                  <a:moveTo>
                    <a:pt x="1" y="0"/>
                  </a:moveTo>
                  <a:lnTo>
                    <a:pt x="31423" y="0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5585366" y="2439460"/>
              <a:ext cx="460866" cy="20"/>
            </a:xfrm>
            <a:custGeom>
              <a:avLst/>
              <a:gdLst/>
              <a:ahLst/>
              <a:cxnLst/>
              <a:rect l="l" t="t" r="r" b="b"/>
              <a:pathLst>
                <a:path w="22550" h="1" fill="none" extrusionOk="0">
                  <a:moveTo>
                    <a:pt x="0" y="0"/>
                  </a:moveTo>
                  <a:lnTo>
                    <a:pt x="22550" y="0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5193354" y="2439460"/>
              <a:ext cx="338179" cy="20"/>
            </a:xfrm>
            <a:custGeom>
              <a:avLst/>
              <a:gdLst/>
              <a:ahLst/>
              <a:cxnLst/>
              <a:rect l="l" t="t" r="r" b="b"/>
              <a:pathLst>
                <a:path w="16547" h="1" fill="none" extrusionOk="0">
                  <a:moveTo>
                    <a:pt x="1" y="0"/>
                  </a:moveTo>
                  <a:lnTo>
                    <a:pt x="16546" y="0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6467530" y="2513076"/>
              <a:ext cx="284306" cy="20"/>
            </a:xfrm>
            <a:custGeom>
              <a:avLst/>
              <a:gdLst/>
              <a:ahLst/>
              <a:cxnLst/>
              <a:rect l="l" t="t" r="r" b="b"/>
              <a:pathLst>
                <a:path w="13911" h="1" fill="none" extrusionOk="0">
                  <a:moveTo>
                    <a:pt x="0" y="1"/>
                  </a:moveTo>
                  <a:lnTo>
                    <a:pt x="13910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5796015" y="2513076"/>
              <a:ext cx="617683" cy="20"/>
            </a:xfrm>
            <a:custGeom>
              <a:avLst/>
              <a:gdLst/>
              <a:ahLst/>
              <a:cxnLst/>
              <a:rect l="l" t="t" r="r" b="b"/>
              <a:pathLst>
                <a:path w="30223" h="1" fill="none" extrusionOk="0">
                  <a:moveTo>
                    <a:pt x="1" y="1"/>
                  </a:moveTo>
                  <a:lnTo>
                    <a:pt x="30222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5516512" y="2513076"/>
              <a:ext cx="225671" cy="20"/>
            </a:xfrm>
            <a:custGeom>
              <a:avLst/>
              <a:gdLst/>
              <a:ahLst/>
              <a:cxnLst/>
              <a:rect l="l" t="t" r="r" b="b"/>
              <a:pathLst>
                <a:path w="11042" h="1" fill="none" extrusionOk="0">
                  <a:moveTo>
                    <a:pt x="0" y="1"/>
                  </a:moveTo>
                  <a:lnTo>
                    <a:pt x="11041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5296298" y="2513076"/>
              <a:ext cx="132292" cy="20"/>
            </a:xfrm>
            <a:custGeom>
              <a:avLst/>
              <a:gdLst/>
              <a:ahLst/>
              <a:cxnLst/>
              <a:rect l="l" t="t" r="r" b="b"/>
              <a:pathLst>
                <a:path w="6473" h="1" fill="none" extrusionOk="0">
                  <a:moveTo>
                    <a:pt x="1" y="1"/>
                  </a:moveTo>
                  <a:lnTo>
                    <a:pt x="6472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5193354" y="2513076"/>
              <a:ext cx="102964" cy="20"/>
            </a:xfrm>
            <a:custGeom>
              <a:avLst/>
              <a:gdLst/>
              <a:ahLst/>
              <a:cxnLst/>
              <a:rect l="l" t="t" r="r" b="b"/>
              <a:pathLst>
                <a:path w="5038" h="1" fill="none" extrusionOk="0">
                  <a:moveTo>
                    <a:pt x="1" y="1"/>
                  </a:moveTo>
                  <a:lnTo>
                    <a:pt x="5038" y="1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5085649" y="847603"/>
              <a:ext cx="2923298" cy="127510"/>
            </a:xfrm>
            <a:custGeom>
              <a:avLst/>
              <a:gdLst/>
              <a:ahLst/>
              <a:cxnLst/>
              <a:rect l="l" t="t" r="r" b="b"/>
              <a:pathLst>
                <a:path w="143036" h="6239" extrusionOk="0">
                  <a:moveTo>
                    <a:pt x="0" y="0"/>
                  </a:moveTo>
                  <a:lnTo>
                    <a:pt x="0" y="6238"/>
                  </a:lnTo>
                  <a:lnTo>
                    <a:pt x="143036" y="6238"/>
                  </a:lnTo>
                  <a:lnTo>
                    <a:pt x="143036" y="0"/>
                  </a:lnTo>
                  <a:close/>
                </a:path>
              </a:pathLst>
            </a:custGeom>
            <a:solidFill>
              <a:srgbClr val="D0E1A3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5505599" y="885780"/>
              <a:ext cx="2437233" cy="51155"/>
            </a:xfrm>
            <a:custGeom>
              <a:avLst/>
              <a:gdLst/>
              <a:ahLst/>
              <a:cxnLst/>
              <a:rect l="l" t="t" r="r" b="b"/>
              <a:pathLst>
                <a:path w="119253" h="2503" extrusionOk="0">
                  <a:moveTo>
                    <a:pt x="0" y="0"/>
                  </a:moveTo>
                  <a:lnTo>
                    <a:pt x="0" y="2502"/>
                  </a:lnTo>
                  <a:lnTo>
                    <a:pt x="119252" y="2502"/>
                  </a:lnTo>
                  <a:lnTo>
                    <a:pt x="119252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5130652" y="885780"/>
              <a:ext cx="323832" cy="51155"/>
            </a:xfrm>
            <a:custGeom>
              <a:avLst/>
              <a:gdLst/>
              <a:ahLst/>
              <a:cxnLst/>
              <a:rect l="l" t="t" r="r" b="b"/>
              <a:pathLst>
                <a:path w="15845" h="2503" extrusionOk="0">
                  <a:moveTo>
                    <a:pt x="0" y="0"/>
                  </a:moveTo>
                  <a:lnTo>
                    <a:pt x="0" y="2502"/>
                  </a:lnTo>
                  <a:lnTo>
                    <a:pt x="15845" y="2502"/>
                  </a:lnTo>
                  <a:lnTo>
                    <a:pt x="15845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5865534" y="1515527"/>
              <a:ext cx="291112" cy="336790"/>
            </a:xfrm>
            <a:custGeom>
              <a:avLst/>
              <a:gdLst/>
              <a:ahLst/>
              <a:cxnLst/>
              <a:rect l="l" t="t" r="r" b="b"/>
              <a:pathLst>
                <a:path w="14244" h="16479" extrusionOk="0">
                  <a:moveTo>
                    <a:pt x="0" y="0"/>
                  </a:moveTo>
                  <a:lnTo>
                    <a:pt x="0" y="16479"/>
                  </a:lnTo>
                  <a:lnTo>
                    <a:pt x="14244" y="8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6005316" y="2853953"/>
              <a:ext cx="98182" cy="366117"/>
            </a:xfrm>
            <a:custGeom>
              <a:avLst/>
              <a:gdLst/>
              <a:ahLst/>
              <a:cxnLst/>
              <a:rect l="l" t="t" r="r" b="b"/>
              <a:pathLst>
                <a:path w="4804" h="17914" extrusionOk="0">
                  <a:moveTo>
                    <a:pt x="1234" y="1"/>
                  </a:moveTo>
                  <a:lnTo>
                    <a:pt x="0" y="234"/>
                  </a:lnTo>
                  <a:lnTo>
                    <a:pt x="3569" y="17913"/>
                  </a:lnTo>
                  <a:lnTo>
                    <a:pt x="4804" y="17647"/>
                  </a:lnTo>
                  <a:lnTo>
                    <a:pt x="1234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6076888" y="3207767"/>
              <a:ext cx="479975" cy="17065"/>
            </a:xfrm>
            <a:custGeom>
              <a:avLst/>
              <a:gdLst/>
              <a:ahLst/>
              <a:cxnLst/>
              <a:rect l="l" t="t" r="r" b="b"/>
              <a:pathLst>
                <a:path w="23485" h="835" extrusionOk="0">
                  <a:moveTo>
                    <a:pt x="1" y="1"/>
                  </a:moveTo>
                  <a:lnTo>
                    <a:pt x="1" y="835"/>
                  </a:lnTo>
                  <a:lnTo>
                    <a:pt x="23484" y="835"/>
                  </a:lnTo>
                  <a:lnTo>
                    <a:pt x="23484" y="1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6689768" y="4106996"/>
              <a:ext cx="741084" cy="36154"/>
            </a:xfrm>
            <a:custGeom>
              <a:avLst/>
              <a:gdLst/>
              <a:ahLst/>
              <a:cxnLst/>
              <a:rect l="l" t="t" r="r" b="b"/>
              <a:pathLst>
                <a:path w="36261" h="1769" extrusionOk="0">
                  <a:moveTo>
                    <a:pt x="1" y="0"/>
                  </a:moveTo>
                  <a:lnTo>
                    <a:pt x="1" y="1768"/>
                  </a:lnTo>
                  <a:lnTo>
                    <a:pt x="36260" y="1768"/>
                  </a:lnTo>
                  <a:lnTo>
                    <a:pt x="36260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6648872" y="2881768"/>
              <a:ext cx="932624" cy="1552473"/>
            </a:xfrm>
            <a:custGeom>
              <a:avLst/>
              <a:gdLst/>
              <a:ahLst/>
              <a:cxnLst/>
              <a:rect l="l" t="t" r="r" b="b"/>
              <a:pathLst>
                <a:path w="45633" h="75962" extrusionOk="0">
                  <a:moveTo>
                    <a:pt x="41951" y="0"/>
                  </a:moveTo>
                  <a:cubicBezTo>
                    <a:pt x="40058" y="0"/>
                    <a:pt x="39629" y="2376"/>
                    <a:pt x="39629" y="2376"/>
                  </a:cubicBezTo>
                  <a:lnTo>
                    <a:pt x="34859" y="36000"/>
                  </a:lnTo>
                  <a:lnTo>
                    <a:pt x="4203" y="36000"/>
                  </a:lnTo>
                  <a:cubicBezTo>
                    <a:pt x="3369" y="36000"/>
                    <a:pt x="2736" y="36633"/>
                    <a:pt x="2736" y="37434"/>
                  </a:cubicBezTo>
                  <a:lnTo>
                    <a:pt x="2736" y="41170"/>
                  </a:lnTo>
                  <a:lnTo>
                    <a:pt x="0" y="75428"/>
                  </a:lnTo>
                  <a:lnTo>
                    <a:pt x="1635" y="75428"/>
                  </a:lnTo>
                  <a:lnTo>
                    <a:pt x="3670" y="45940"/>
                  </a:lnTo>
                  <a:lnTo>
                    <a:pt x="35659" y="45940"/>
                  </a:lnTo>
                  <a:lnTo>
                    <a:pt x="39962" y="75962"/>
                  </a:lnTo>
                  <a:lnTo>
                    <a:pt x="42130" y="75962"/>
                  </a:lnTo>
                  <a:cubicBezTo>
                    <a:pt x="42130" y="75962"/>
                    <a:pt x="38394" y="49476"/>
                    <a:pt x="39362" y="41037"/>
                  </a:cubicBezTo>
                  <a:cubicBezTo>
                    <a:pt x="40296" y="32597"/>
                    <a:pt x="43732" y="5344"/>
                    <a:pt x="43732" y="5344"/>
                  </a:cubicBezTo>
                  <a:cubicBezTo>
                    <a:pt x="43732" y="5344"/>
                    <a:pt x="45633" y="1141"/>
                    <a:pt x="42898" y="174"/>
                  </a:cubicBezTo>
                  <a:cubicBezTo>
                    <a:pt x="42547" y="53"/>
                    <a:pt x="42233" y="0"/>
                    <a:pt x="41951" y="0"/>
                  </a:cubicBez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6648872" y="2883955"/>
              <a:ext cx="932624" cy="1549612"/>
            </a:xfrm>
            <a:custGeom>
              <a:avLst/>
              <a:gdLst/>
              <a:ahLst/>
              <a:cxnLst/>
              <a:rect l="l" t="t" r="r" b="b"/>
              <a:pathLst>
                <a:path w="45633" h="75822" extrusionOk="0">
                  <a:moveTo>
                    <a:pt x="42698" y="0"/>
                  </a:moveTo>
                  <a:cubicBezTo>
                    <a:pt x="42898" y="434"/>
                    <a:pt x="43031" y="1168"/>
                    <a:pt x="42798" y="2502"/>
                  </a:cubicBezTo>
                  <a:cubicBezTo>
                    <a:pt x="42231" y="5504"/>
                    <a:pt x="36493" y="41196"/>
                    <a:pt x="36493" y="41196"/>
                  </a:cubicBezTo>
                  <a:lnTo>
                    <a:pt x="2702" y="41196"/>
                  </a:lnTo>
                  <a:lnTo>
                    <a:pt x="0" y="75721"/>
                  </a:lnTo>
                  <a:lnTo>
                    <a:pt x="1635" y="75721"/>
                  </a:lnTo>
                  <a:lnTo>
                    <a:pt x="5204" y="45800"/>
                  </a:lnTo>
                  <a:lnTo>
                    <a:pt x="35693" y="45800"/>
                  </a:lnTo>
                  <a:lnTo>
                    <a:pt x="39962" y="75821"/>
                  </a:lnTo>
                  <a:lnTo>
                    <a:pt x="42130" y="75821"/>
                  </a:lnTo>
                  <a:cubicBezTo>
                    <a:pt x="42130" y="75821"/>
                    <a:pt x="38394" y="49336"/>
                    <a:pt x="39362" y="40896"/>
                  </a:cubicBezTo>
                  <a:cubicBezTo>
                    <a:pt x="40329" y="32457"/>
                    <a:pt x="44399" y="5838"/>
                    <a:pt x="44399" y="5838"/>
                  </a:cubicBezTo>
                  <a:cubicBezTo>
                    <a:pt x="44399" y="5838"/>
                    <a:pt x="45633" y="1034"/>
                    <a:pt x="42931" y="67"/>
                  </a:cubicBezTo>
                  <a:cubicBezTo>
                    <a:pt x="42831" y="67"/>
                    <a:pt x="42764" y="34"/>
                    <a:pt x="42698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6325040" y="3040077"/>
              <a:ext cx="546785" cy="166361"/>
            </a:xfrm>
            <a:custGeom>
              <a:avLst/>
              <a:gdLst/>
              <a:ahLst/>
              <a:cxnLst/>
              <a:rect l="l" t="t" r="r" b="b"/>
              <a:pathLst>
                <a:path w="26754" h="8140" extrusionOk="0">
                  <a:moveTo>
                    <a:pt x="26119" y="0"/>
                  </a:moveTo>
                  <a:lnTo>
                    <a:pt x="9074" y="967"/>
                  </a:lnTo>
                  <a:lnTo>
                    <a:pt x="1502" y="5337"/>
                  </a:lnTo>
                  <a:lnTo>
                    <a:pt x="1" y="7939"/>
                  </a:lnTo>
                  <a:lnTo>
                    <a:pt x="1168" y="8139"/>
                  </a:lnTo>
                  <a:lnTo>
                    <a:pt x="3837" y="6972"/>
                  </a:lnTo>
                  <a:cubicBezTo>
                    <a:pt x="3837" y="6972"/>
                    <a:pt x="6839" y="6438"/>
                    <a:pt x="7706" y="6104"/>
                  </a:cubicBezTo>
                  <a:cubicBezTo>
                    <a:pt x="8574" y="5771"/>
                    <a:pt x="10909" y="3202"/>
                    <a:pt x="10909" y="3202"/>
                  </a:cubicBezTo>
                  <a:lnTo>
                    <a:pt x="26753" y="5771"/>
                  </a:lnTo>
                  <a:lnTo>
                    <a:pt x="26119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6012122" y="4116540"/>
              <a:ext cx="445885" cy="295158"/>
            </a:xfrm>
            <a:custGeom>
              <a:avLst/>
              <a:gdLst/>
              <a:ahLst/>
              <a:cxnLst/>
              <a:rect l="l" t="t" r="r" b="b"/>
              <a:pathLst>
                <a:path w="21817" h="14442" extrusionOk="0">
                  <a:moveTo>
                    <a:pt x="16846" y="0"/>
                  </a:moveTo>
                  <a:cubicBezTo>
                    <a:pt x="16846" y="0"/>
                    <a:pt x="13844" y="5237"/>
                    <a:pt x="13444" y="5237"/>
                  </a:cubicBezTo>
                  <a:cubicBezTo>
                    <a:pt x="13217" y="5237"/>
                    <a:pt x="12152" y="5447"/>
                    <a:pt x="10796" y="5447"/>
                  </a:cubicBezTo>
                  <a:cubicBezTo>
                    <a:pt x="9558" y="5447"/>
                    <a:pt x="8078" y="5272"/>
                    <a:pt x="6772" y="4603"/>
                  </a:cubicBezTo>
                  <a:cubicBezTo>
                    <a:pt x="4875" y="3666"/>
                    <a:pt x="3306" y="2870"/>
                    <a:pt x="2227" y="2870"/>
                  </a:cubicBezTo>
                  <a:cubicBezTo>
                    <a:pt x="1733" y="2870"/>
                    <a:pt x="1341" y="3037"/>
                    <a:pt x="1068" y="3436"/>
                  </a:cubicBezTo>
                  <a:cubicBezTo>
                    <a:pt x="635" y="4036"/>
                    <a:pt x="268" y="4670"/>
                    <a:pt x="1" y="5371"/>
                  </a:cubicBezTo>
                  <a:cubicBezTo>
                    <a:pt x="1" y="5371"/>
                    <a:pt x="2569" y="9007"/>
                    <a:pt x="4938" y="10308"/>
                  </a:cubicBezTo>
                  <a:cubicBezTo>
                    <a:pt x="7306" y="11575"/>
                    <a:pt x="8307" y="10908"/>
                    <a:pt x="10775" y="12309"/>
                  </a:cubicBezTo>
                  <a:cubicBezTo>
                    <a:pt x="12864" y="13495"/>
                    <a:pt x="13329" y="14442"/>
                    <a:pt x="14656" y="14442"/>
                  </a:cubicBezTo>
                  <a:cubicBezTo>
                    <a:pt x="14897" y="14442"/>
                    <a:pt x="15166" y="14410"/>
                    <a:pt x="15479" y="14344"/>
                  </a:cubicBezTo>
                  <a:cubicBezTo>
                    <a:pt x="17513" y="13910"/>
                    <a:pt x="18714" y="7372"/>
                    <a:pt x="19248" y="6638"/>
                  </a:cubicBezTo>
                  <a:cubicBezTo>
                    <a:pt x="19782" y="5871"/>
                    <a:pt x="21816" y="1701"/>
                    <a:pt x="21816" y="1701"/>
                  </a:cubicBezTo>
                  <a:lnTo>
                    <a:pt x="16846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6012122" y="4174869"/>
              <a:ext cx="389293" cy="236830"/>
            </a:xfrm>
            <a:custGeom>
              <a:avLst/>
              <a:gdLst/>
              <a:ahLst/>
              <a:cxnLst/>
              <a:rect l="l" t="t" r="r" b="b"/>
              <a:pathLst>
                <a:path w="19048" h="11588" extrusionOk="0">
                  <a:moveTo>
                    <a:pt x="2229" y="1"/>
                  </a:moveTo>
                  <a:cubicBezTo>
                    <a:pt x="1734" y="1"/>
                    <a:pt x="1341" y="172"/>
                    <a:pt x="1068" y="582"/>
                  </a:cubicBezTo>
                  <a:cubicBezTo>
                    <a:pt x="635" y="1182"/>
                    <a:pt x="268" y="1816"/>
                    <a:pt x="1" y="2517"/>
                  </a:cubicBezTo>
                  <a:cubicBezTo>
                    <a:pt x="1" y="2517"/>
                    <a:pt x="2569" y="6153"/>
                    <a:pt x="4938" y="7454"/>
                  </a:cubicBezTo>
                  <a:cubicBezTo>
                    <a:pt x="7306" y="8721"/>
                    <a:pt x="8307" y="8054"/>
                    <a:pt x="10775" y="9455"/>
                  </a:cubicBezTo>
                  <a:cubicBezTo>
                    <a:pt x="12864" y="10641"/>
                    <a:pt x="13329" y="11588"/>
                    <a:pt x="14656" y="11588"/>
                  </a:cubicBezTo>
                  <a:cubicBezTo>
                    <a:pt x="14897" y="11588"/>
                    <a:pt x="15166" y="11556"/>
                    <a:pt x="15479" y="11490"/>
                  </a:cubicBezTo>
                  <a:cubicBezTo>
                    <a:pt x="17280" y="11123"/>
                    <a:pt x="18414" y="5952"/>
                    <a:pt x="19048" y="4251"/>
                  </a:cubicBezTo>
                  <a:cubicBezTo>
                    <a:pt x="17180" y="3784"/>
                    <a:pt x="15212" y="2650"/>
                    <a:pt x="13944" y="1850"/>
                  </a:cubicBezTo>
                  <a:cubicBezTo>
                    <a:pt x="13711" y="2183"/>
                    <a:pt x="13544" y="2383"/>
                    <a:pt x="13444" y="2383"/>
                  </a:cubicBezTo>
                  <a:cubicBezTo>
                    <a:pt x="13217" y="2383"/>
                    <a:pt x="12152" y="2593"/>
                    <a:pt x="10796" y="2593"/>
                  </a:cubicBezTo>
                  <a:cubicBezTo>
                    <a:pt x="9558" y="2593"/>
                    <a:pt x="8078" y="2418"/>
                    <a:pt x="6772" y="1749"/>
                  </a:cubicBezTo>
                  <a:cubicBezTo>
                    <a:pt x="4876" y="812"/>
                    <a:pt x="3308" y="1"/>
                    <a:pt x="2229" y="1"/>
                  </a:cubicBez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6011447" y="4174951"/>
              <a:ext cx="346334" cy="236748"/>
            </a:xfrm>
            <a:custGeom>
              <a:avLst/>
              <a:gdLst/>
              <a:ahLst/>
              <a:cxnLst/>
              <a:rect l="l" t="t" r="r" b="b"/>
              <a:pathLst>
                <a:path w="16946" h="11584" extrusionOk="0">
                  <a:moveTo>
                    <a:pt x="2233" y="1"/>
                  </a:moveTo>
                  <a:cubicBezTo>
                    <a:pt x="1746" y="1"/>
                    <a:pt x="1364" y="172"/>
                    <a:pt x="1101" y="578"/>
                  </a:cubicBezTo>
                  <a:cubicBezTo>
                    <a:pt x="668" y="1178"/>
                    <a:pt x="301" y="1812"/>
                    <a:pt x="0" y="2513"/>
                  </a:cubicBezTo>
                  <a:cubicBezTo>
                    <a:pt x="0" y="2513"/>
                    <a:pt x="2602" y="6149"/>
                    <a:pt x="4937" y="7450"/>
                  </a:cubicBezTo>
                  <a:cubicBezTo>
                    <a:pt x="7306" y="8717"/>
                    <a:pt x="8306" y="8050"/>
                    <a:pt x="10775" y="9451"/>
                  </a:cubicBezTo>
                  <a:cubicBezTo>
                    <a:pt x="12864" y="10637"/>
                    <a:pt x="13352" y="11584"/>
                    <a:pt x="14687" y="11584"/>
                  </a:cubicBezTo>
                  <a:cubicBezTo>
                    <a:pt x="14929" y="11584"/>
                    <a:pt x="15199" y="11552"/>
                    <a:pt x="15512" y="11486"/>
                  </a:cubicBezTo>
                  <a:cubicBezTo>
                    <a:pt x="15545" y="11486"/>
                    <a:pt x="15612" y="11452"/>
                    <a:pt x="15678" y="11419"/>
                  </a:cubicBezTo>
                  <a:lnTo>
                    <a:pt x="15745" y="11419"/>
                  </a:lnTo>
                  <a:lnTo>
                    <a:pt x="15845" y="11352"/>
                  </a:lnTo>
                  <a:lnTo>
                    <a:pt x="15912" y="11319"/>
                  </a:lnTo>
                  <a:lnTo>
                    <a:pt x="16012" y="11252"/>
                  </a:lnTo>
                  <a:lnTo>
                    <a:pt x="16079" y="11186"/>
                  </a:lnTo>
                  <a:lnTo>
                    <a:pt x="16179" y="11085"/>
                  </a:lnTo>
                  <a:lnTo>
                    <a:pt x="16245" y="11019"/>
                  </a:lnTo>
                  <a:cubicBezTo>
                    <a:pt x="16279" y="10985"/>
                    <a:pt x="16312" y="10952"/>
                    <a:pt x="16345" y="10919"/>
                  </a:cubicBezTo>
                  <a:lnTo>
                    <a:pt x="16412" y="10852"/>
                  </a:lnTo>
                  <a:cubicBezTo>
                    <a:pt x="16446" y="10819"/>
                    <a:pt x="16479" y="10785"/>
                    <a:pt x="16512" y="10719"/>
                  </a:cubicBezTo>
                  <a:lnTo>
                    <a:pt x="16579" y="10652"/>
                  </a:lnTo>
                  <a:lnTo>
                    <a:pt x="16679" y="10485"/>
                  </a:lnTo>
                  <a:lnTo>
                    <a:pt x="16712" y="10452"/>
                  </a:lnTo>
                  <a:cubicBezTo>
                    <a:pt x="16812" y="10318"/>
                    <a:pt x="16879" y="10185"/>
                    <a:pt x="16946" y="10018"/>
                  </a:cubicBezTo>
                  <a:cubicBezTo>
                    <a:pt x="14878" y="10018"/>
                    <a:pt x="13443" y="8717"/>
                    <a:pt x="11208" y="7950"/>
                  </a:cubicBezTo>
                  <a:cubicBezTo>
                    <a:pt x="8440" y="6983"/>
                    <a:pt x="8273" y="7750"/>
                    <a:pt x="6238" y="6349"/>
                  </a:cubicBezTo>
                  <a:cubicBezTo>
                    <a:pt x="4203" y="4981"/>
                    <a:pt x="3970" y="4114"/>
                    <a:pt x="3970" y="4114"/>
                  </a:cubicBezTo>
                  <a:lnTo>
                    <a:pt x="5771" y="1278"/>
                  </a:lnTo>
                  <a:cubicBezTo>
                    <a:pt x="4315" y="550"/>
                    <a:pt x="3106" y="1"/>
                    <a:pt x="2233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6227553" y="3474353"/>
              <a:ext cx="704930" cy="711736"/>
            </a:xfrm>
            <a:custGeom>
              <a:avLst/>
              <a:gdLst/>
              <a:ahLst/>
              <a:cxnLst/>
              <a:rect l="l" t="t" r="r" b="b"/>
              <a:pathLst>
                <a:path w="34492" h="34825" extrusionOk="0">
                  <a:moveTo>
                    <a:pt x="14990" y="1"/>
                  </a:moveTo>
                  <a:cubicBezTo>
                    <a:pt x="12522" y="1"/>
                    <a:pt x="10754" y="1192"/>
                    <a:pt x="9541" y="4603"/>
                  </a:cubicBezTo>
                  <a:lnTo>
                    <a:pt x="1" y="28420"/>
                  </a:lnTo>
                  <a:lnTo>
                    <a:pt x="11375" y="34825"/>
                  </a:lnTo>
                  <a:cubicBezTo>
                    <a:pt x="11375" y="34825"/>
                    <a:pt x="23451" y="7405"/>
                    <a:pt x="23584" y="6871"/>
                  </a:cubicBezTo>
                  <a:cubicBezTo>
                    <a:pt x="23718" y="6338"/>
                    <a:pt x="25819" y="5804"/>
                    <a:pt x="25819" y="5804"/>
                  </a:cubicBezTo>
                  <a:lnTo>
                    <a:pt x="34492" y="6971"/>
                  </a:lnTo>
                  <a:cubicBezTo>
                    <a:pt x="34492" y="6971"/>
                    <a:pt x="21416" y="1201"/>
                    <a:pt x="17580" y="333"/>
                  </a:cubicBezTo>
                  <a:cubicBezTo>
                    <a:pt x="16642" y="123"/>
                    <a:pt x="15780" y="1"/>
                    <a:pt x="14990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6605238" y="3876563"/>
              <a:ext cx="308851" cy="440244"/>
            </a:xfrm>
            <a:custGeom>
              <a:avLst/>
              <a:gdLst/>
              <a:ahLst/>
              <a:cxnLst/>
              <a:rect l="l" t="t" r="r" b="b"/>
              <a:pathLst>
                <a:path w="15112" h="21541" extrusionOk="0">
                  <a:moveTo>
                    <a:pt x="6739" y="0"/>
                  </a:moveTo>
                  <a:lnTo>
                    <a:pt x="935" y="3436"/>
                  </a:lnTo>
                  <a:lnTo>
                    <a:pt x="6305" y="8473"/>
                  </a:lnTo>
                  <a:cubicBezTo>
                    <a:pt x="6305" y="8473"/>
                    <a:pt x="4504" y="12976"/>
                    <a:pt x="2336" y="15878"/>
                  </a:cubicBezTo>
                  <a:cubicBezTo>
                    <a:pt x="201" y="18781"/>
                    <a:pt x="1" y="20448"/>
                    <a:pt x="935" y="21116"/>
                  </a:cubicBezTo>
                  <a:cubicBezTo>
                    <a:pt x="1349" y="21401"/>
                    <a:pt x="1940" y="21540"/>
                    <a:pt x="2581" y="21540"/>
                  </a:cubicBezTo>
                  <a:cubicBezTo>
                    <a:pt x="3436" y="21540"/>
                    <a:pt x="4379" y="21292"/>
                    <a:pt x="5104" y="20815"/>
                  </a:cubicBezTo>
                  <a:cubicBezTo>
                    <a:pt x="6405" y="19948"/>
                    <a:pt x="13677" y="12776"/>
                    <a:pt x="14544" y="11475"/>
                  </a:cubicBezTo>
                  <a:cubicBezTo>
                    <a:pt x="15111" y="10575"/>
                    <a:pt x="14945" y="9374"/>
                    <a:pt x="14144" y="8707"/>
                  </a:cubicBezTo>
                  <a:cubicBezTo>
                    <a:pt x="13810" y="8473"/>
                    <a:pt x="6739" y="0"/>
                    <a:pt x="6739" y="0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6605238" y="3970637"/>
              <a:ext cx="309526" cy="346170"/>
            </a:xfrm>
            <a:custGeom>
              <a:avLst/>
              <a:gdLst/>
              <a:ahLst/>
              <a:cxnLst/>
              <a:rect l="l" t="t" r="r" b="b"/>
              <a:pathLst>
                <a:path w="15145" h="16938" extrusionOk="0">
                  <a:moveTo>
                    <a:pt x="10608" y="1"/>
                  </a:moveTo>
                  <a:cubicBezTo>
                    <a:pt x="9040" y="1902"/>
                    <a:pt x="6205" y="2970"/>
                    <a:pt x="5605" y="3203"/>
                  </a:cubicBezTo>
                  <a:lnTo>
                    <a:pt x="6338" y="3870"/>
                  </a:lnTo>
                  <a:cubicBezTo>
                    <a:pt x="6338" y="3870"/>
                    <a:pt x="4504" y="8373"/>
                    <a:pt x="2369" y="11275"/>
                  </a:cubicBezTo>
                  <a:cubicBezTo>
                    <a:pt x="201" y="14178"/>
                    <a:pt x="1" y="15845"/>
                    <a:pt x="968" y="16513"/>
                  </a:cubicBezTo>
                  <a:cubicBezTo>
                    <a:pt x="1382" y="16798"/>
                    <a:pt x="1974" y="16937"/>
                    <a:pt x="2614" y="16937"/>
                  </a:cubicBezTo>
                  <a:cubicBezTo>
                    <a:pt x="3470" y="16937"/>
                    <a:pt x="4413" y="16689"/>
                    <a:pt x="5138" y="16212"/>
                  </a:cubicBezTo>
                  <a:cubicBezTo>
                    <a:pt x="6405" y="15345"/>
                    <a:pt x="13710" y="8173"/>
                    <a:pt x="14578" y="6872"/>
                  </a:cubicBezTo>
                  <a:cubicBezTo>
                    <a:pt x="15145" y="5972"/>
                    <a:pt x="14945" y="4771"/>
                    <a:pt x="14144" y="4104"/>
                  </a:cubicBezTo>
                  <a:cubicBezTo>
                    <a:pt x="14011" y="3970"/>
                    <a:pt x="12343" y="2036"/>
                    <a:pt x="10608" y="1"/>
                  </a:cubicBez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6606608" y="4056536"/>
              <a:ext cx="306787" cy="260272"/>
            </a:xfrm>
            <a:custGeom>
              <a:avLst/>
              <a:gdLst/>
              <a:ahLst/>
              <a:cxnLst/>
              <a:rect l="l" t="t" r="r" b="b"/>
              <a:pathLst>
                <a:path w="15011" h="12735" extrusionOk="0">
                  <a:moveTo>
                    <a:pt x="14210" y="1"/>
                  </a:moveTo>
                  <a:cubicBezTo>
                    <a:pt x="14144" y="735"/>
                    <a:pt x="13877" y="1435"/>
                    <a:pt x="13410" y="2036"/>
                  </a:cubicBezTo>
                  <a:cubicBezTo>
                    <a:pt x="12142" y="3637"/>
                    <a:pt x="4970" y="10275"/>
                    <a:pt x="4970" y="10275"/>
                  </a:cubicBezTo>
                  <a:lnTo>
                    <a:pt x="1635" y="7973"/>
                  </a:lnTo>
                  <a:cubicBezTo>
                    <a:pt x="100" y="10308"/>
                    <a:pt x="0" y="11742"/>
                    <a:pt x="868" y="12310"/>
                  </a:cubicBezTo>
                  <a:cubicBezTo>
                    <a:pt x="1282" y="12595"/>
                    <a:pt x="1873" y="12734"/>
                    <a:pt x="2514" y="12734"/>
                  </a:cubicBezTo>
                  <a:cubicBezTo>
                    <a:pt x="3369" y="12734"/>
                    <a:pt x="4312" y="12486"/>
                    <a:pt x="5037" y="12009"/>
                  </a:cubicBezTo>
                  <a:cubicBezTo>
                    <a:pt x="6305" y="11142"/>
                    <a:pt x="13610" y="3970"/>
                    <a:pt x="14477" y="2669"/>
                  </a:cubicBezTo>
                  <a:cubicBezTo>
                    <a:pt x="15011" y="1835"/>
                    <a:pt x="14911" y="735"/>
                    <a:pt x="14210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6781123" y="4023775"/>
              <a:ext cx="54343" cy="45964"/>
            </a:xfrm>
            <a:custGeom>
              <a:avLst/>
              <a:gdLst/>
              <a:ahLst/>
              <a:cxnLst/>
              <a:rect l="l" t="t" r="r" b="b"/>
              <a:pathLst>
                <a:path w="2659" h="2249" extrusionOk="0">
                  <a:moveTo>
                    <a:pt x="1562" y="1"/>
                  </a:moveTo>
                  <a:cubicBezTo>
                    <a:pt x="1542" y="1"/>
                    <a:pt x="1522" y="1"/>
                    <a:pt x="1502" y="3"/>
                  </a:cubicBezTo>
                  <a:cubicBezTo>
                    <a:pt x="501" y="3"/>
                    <a:pt x="1" y="1237"/>
                    <a:pt x="735" y="1937"/>
                  </a:cubicBezTo>
                  <a:cubicBezTo>
                    <a:pt x="960" y="2153"/>
                    <a:pt x="1230" y="2248"/>
                    <a:pt x="1494" y="2248"/>
                  </a:cubicBezTo>
                  <a:cubicBezTo>
                    <a:pt x="2090" y="2248"/>
                    <a:pt x="2659" y="1763"/>
                    <a:pt x="2636" y="1070"/>
                  </a:cubicBezTo>
                  <a:cubicBezTo>
                    <a:pt x="2604" y="458"/>
                    <a:pt x="2135" y="1"/>
                    <a:pt x="156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6234379" y="3234356"/>
              <a:ext cx="1128293" cy="791524"/>
            </a:xfrm>
            <a:custGeom>
              <a:avLst/>
              <a:gdLst/>
              <a:ahLst/>
              <a:cxnLst/>
              <a:rect l="l" t="t" r="r" b="b"/>
              <a:pathLst>
                <a:path w="55207" h="38729" extrusionOk="0">
                  <a:moveTo>
                    <a:pt x="32924" y="1"/>
                  </a:moveTo>
                  <a:lnTo>
                    <a:pt x="32824" y="1002"/>
                  </a:lnTo>
                  <a:lnTo>
                    <a:pt x="32290" y="2803"/>
                  </a:lnTo>
                  <a:cubicBezTo>
                    <a:pt x="32290" y="2803"/>
                    <a:pt x="16078" y="3036"/>
                    <a:pt x="9007" y="4971"/>
                  </a:cubicBezTo>
                  <a:cubicBezTo>
                    <a:pt x="1935" y="6873"/>
                    <a:pt x="0" y="7973"/>
                    <a:pt x="534" y="11909"/>
                  </a:cubicBezTo>
                  <a:cubicBezTo>
                    <a:pt x="1068" y="15879"/>
                    <a:pt x="12009" y="38729"/>
                    <a:pt x="12009" y="38729"/>
                  </a:cubicBezTo>
                  <a:cubicBezTo>
                    <a:pt x="14210" y="38095"/>
                    <a:pt x="16379" y="37328"/>
                    <a:pt x="18447" y="36360"/>
                  </a:cubicBezTo>
                  <a:cubicBezTo>
                    <a:pt x="20915" y="35159"/>
                    <a:pt x="23250" y="33725"/>
                    <a:pt x="25418" y="32057"/>
                  </a:cubicBezTo>
                  <a:lnTo>
                    <a:pt x="17279" y="16513"/>
                  </a:lnTo>
                  <a:lnTo>
                    <a:pt x="17279" y="16513"/>
                  </a:lnTo>
                  <a:cubicBezTo>
                    <a:pt x="17280" y="16513"/>
                    <a:pt x="26586" y="18447"/>
                    <a:pt x="36993" y="19415"/>
                  </a:cubicBezTo>
                  <a:cubicBezTo>
                    <a:pt x="39462" y="19644"/>
                    <a:pt x="41594" y="19759"/>
                    <a:pt x="43431" y="19759"/>
                  </a:cubicBezTo>
                  <a:cubicBezTo>
                    <a:pt x="49338" y="19759"/>
                    <a:pt x="52208" y="18571"/>
                    <a:pt x="53505" y="16179"/>
                  </a:cubicBezTo>
                  <a:cubicBezTo>
                    <a:pt x="55206" y="13077"/>
                    <a:pt x="52338" y="668"/>
                    <a:pt x="52338" y="668"/>
                  </a:cubicBezTo>
                  <a:lnTo>
                    <a:pt x="32924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6461399" y="3486616"/>
              <a:ext cx="126140" cy="85919"/>
            </a:xfrm>
            <a:custGeom>
              <a:avLst/>
              <a:gdLst/>
              <a:ahLst/>
              <a:cxnLst/>
              <a:rect l="l" t="t" r="r" b="b"/>
              <a:pathLst>
                <a:path w="6172" h="4204" fill="none" extrusionOk="0">
                  <a:moveTo>
                    <a:pt x="6171" y="4203"/>
                  </a:moveTo>
                  <a:cubicBezTo>
                    <a:pt x="4003" y="2936"/>
                    <a:pt x="1935" y="1535"/>
                    <a:pt x="0" y="0"/>
                  </a:cubicBezTo>
                </a:path>
              </a:pathLst>
            </a:custGeom>
            <a:noFill/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6839759" y="2428546"/>
              <a:ext cx="501782" cy="864588"/>
            </a:xfrm>
            <a:custGeom>
              <a:avLst/>
              <a:gdLst/>
              <a:ahLst/>
              <a:cxnLst/>
              <a:rect l="l" t="t" r="r" b="b"/>
              <a:pathLst>
                <a:path w="24552" h="42304" extrusionOk="0">
                  <a:moveTo>
                    <a:pt x="12643" y="1"/>
                  </a:moveTo>
                  <a:lnTo>
                    <a:pt x="4704" y="8273"/>
                  </a:lnTo>
                  <a:cubicBezTo>
                    <a:pt x="4704" y="8273"/>
                    <a:pt x="1068" y="19114"/>
                    <a:pt x="534" y="22417"/>
                  </a:cubicBezTo>
                  <a:cubicBezTo>
                    <a:pt x="0" y="25719"/>
                    <a:pt x="301" y="40196"/>
                    <a:pt x="301" y="40196"/>
                  </a:cubicBezTo>
                  <a:cubicBezTo>
                    <a:pt x="301" y="40196"/>
                    <a:pt x="7336" y="42304"/>
                    <a:pt x="12255" y="42304"/>
                  </a:cubicBezTo>
                  <a:cubicBezTo>
                    <a:pt x="12767" y="42304"/>
                    <a:pt x="13255" y="42281"/>
                    <a:pt x="13710" y="42231"/>
                  </a:cubicBezTo>
                  <a:cubicBezTo>
                    <a:pt x="18547" y="41697"/>
                    <a:pt x="24551" y="40730"/>
                    <a:pt x="24551" y="40730"/>
                  </a:cubicBezTo>
                  <a:cubicBezTo>
                    <a:pt x="24551" y="40730"/>
                    <a:pt x="23484" y="21549"/>
                    <a:pt x="22516" y="14911"/>
                  </a:cubicBezTo>
                  <a:cubicBezTo>
                    <a:pt x="21549" y="8273"/>
                    <a:pt x="19314" y="4404"/>
                    <a:pt x="17146" y="2803"/>
                  </a:cubicBezTo>
                  <a:cubicBezTo>
                    <a:pt x="15745" y="1735"/>
                    <a:pt x="14244" y="801"/>
                    <a:pt x="12643" y="1"/>
                  </a:cubicBez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6537059" y="2184604"/>
              <a:ext cx="372249" cy="388496"/>
            </a:xfrm>
            <a:custGeom>
              <a:avLst/>
              <a:gdLst/>
              <a:ahLst/>
              <a:cxnLst/>
              <a:rect l="l" t="t" r="r" b="b"/>
              <a:pathLst>
                <a:path w="18214" h="19009" extrusionOk="0">
                  <a:moveTo>
                    <a:pt x="14913" y="1"/>
                  </a:moveTo>
                  <a:cubicBezTo>
                    <a:pt x="12505" y="1"/>
                    <a:pt x="1" y="1663"/>
                    <a:pt x="1" y="1663"/>
                  </a:cubicBezTo>
                  <a:lnTo>
                    <a:pt x="635" y="3464"/>
                  </a:lnTo>
                  <a:cubicBezTo>
                    <a:pt x="868" y="4832"/>
                    <a:pt x="1335" y="6133"/>
                    <a:pt x="2036" y="7333"/>
                  </a:cubicBezTo>
                  <a:cubicBezTo>
                    <a:pt x="3103" y="9035"/>
                    <a:pt x="4604" y="9802"/>
                    <a:pt x="4170" y="11503"/>
                  </a:cubicBezTo>
                  <a:cubicBezTo>
                    <a:pt x="3737" y="13204"/>
                    <a:pt x="3770" y="14405"/>
                    <a:pt x="5004" y="14505"/>
                  </a:cubicBezTo>
                  <a:lnTo>
                    <a:pt x="6305" y="14605"/>
                  </a:lnTo>
                  <a:cubicBezTo>
                    <a:pt x="6305" y="14605"/>
                    <a:pt x="8874" y="19008"/>
                    <a:pt x="10809" y="19008"/>
                  </a:cubicBezTo>
                  <a:cubicBezTo>
                    <a:pt x="12743" y="19008"/>
                    <a:pt x="18214" y="14105"/>
                    <a:pt x="18214" y="14105"/>
                  </a:cubicBezTo>
                  <a:cubicBezTo>
                    <a:pt x="18214" y="14105"/>
                    <a:pt x="15312" y="462"/>
                    <a:pt x="15312" y="62"/>
                  </a:cubicBezTo>
                  <a:cubicBezTo>
                    <a:pt x="15312" y="20"/>
                    <a:pt x="15170" y="1"/>
                    <a:pt x="14913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6612064" y="2095231"/>
              <a:ext cx="522914" cy="583531"/>
            </a:xfrm>
            <a:custGeom>
              <a:avLst/>
              <a:gdLst/>
              <a:ahLst/>
              <a:cxnLst/>
              <a:rect l="l" t="t" r="r" b="b"/>
              <a:pathLst>
                <a:path w="25586" h="28552" extrusionOk="0">
                  <a:moveTo>
                    <a:pt x="15512" y="1"/>
                  </a:moveTo>
                  <a:cubicBezTo>
                    <a:pt x="13772" y="1"/>
                    <a:pt x="11725" y="765"/>
                    <a:pt x="10441" y="1432"/>
                  </a:cubicBezTo>
                  <a:lnTo>
                    <a:pt x="10341" y="1299"/>
                  </a:lnTo>
                  <a:lnTo>
                    <a:pt x="167" y="4201"/>
                  </a:lnTo>
                  <a:cubicBezTo>
                    <a:pt x="0" y="5068"/>
                    <a:pt x="400" y="5902"/>
                    <a:pt x="1134" y="6336"/>
                  </a:cubicBezTo>
                  <a:cubicBezTo>
                    <a:pt x="3269" y="7937"/>
                    <a:pt x="5771" y="8938"/>
                    <a:pt x="8439" y="9205"/>
                  </a:cubicBezTo>
                  <a:cubicBezTo>
                    <a:pt x="9173" y="13741"/>
                    <a:pt x="10241" y="20513"/>
                    <a:pt x="10241" y="23081"/>
                  </a:cubicBezTo>
                  <a:cubicBezTo>
                    <a:pt x="10241" y="27017"/>
                    <a:pt x="8740" y="28552"/>
                    <a:pt x="8740" y="28552"/>
                  </a:cubicBezTo>
                  <a:cubicBezTo>
                    <a:pt x="8740" y="28552"/>
                    <a:pt x="15611" y="26384"/>
                    <a:pt x="19581" y="22648"/>
                  </a:cubicBezTo>
                  <a:cubicBezTo>
                    <a:pt x="21882" y="20479"/>
                    <a:pt x="23917" y="18044"/>
                    <a:pt x="25585" y="15342"/>
                  </a:cubicBezTo>
                  <a:cubicBezTo>
                    <a:pt x="25585" y="15342"/>
                    <a:pt x="19147" y="8070"/>
                    <a:pt x="18713" y="2800"/>
                  </a:cubicBezTo>
                  <a:cubicBezTo>
                    <a:pt x="18535" y="689"/>
                    <a:pt x="17162" y="1"/>
                    <a:pt x="15512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6778405" y="2254030"/>
              <a:ext cx="6152" cy="29328"/>
            </a:xfrm>
            <a:custGeom>
              <a:avLst/>
              <a:gdLst/>
              <a:ahLst/>
              <a:cxnLst/>
              <a:rect l="l" t="t" r="r" b="b"/>
              <a:pathLst>
                <a:path w="301" h="1435" fill="none" extrusionOk="0">
                  <a:moveTo>
                    <a:pt x="300" y="1435"/>
                  </a:moveTo>
                  <a:lnTo>
                    <a:pt x="0" y="0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6382306" y="2228810"/>
              <a:ext cx="352772" cy="101595"/>
            </a:xfrm>
            <a:custGeom>
              <a:avLst/>
              <a:gdLst/>
              <a:ahLst/>
              <a:cxnLst/>
              <a:rect l="l" t="t" r="r" b="b"/>
              <a:pathLst>
                <a:path w="17261" h="4971" extrusionOk="0">
                  <a:moveTo>
                    <a:pt x="17213" y="0"/>
                  </a:moveTo>
                  <a:cubicBezTo>
                    <a:pt x="17192" y="0"/>
                    <a:pt x="17153" y="8"/>
                    <a:pt x="17095" y="25"/>
                  </a:cubicBezTo>
                  <a:lnTo>
                    <a:pt x="17095" y="25"/>
                  </a:lnTo>
                  <a:cubicBezTo>
                    <a:pt x="17216" y="9"/>
                    <a:pt x="17261" y="0"/>
                    <a:pt x="17213" y="0"/>
                  </a:cubicBezTo>
                  <a:close/>
                  <a:moveTo>
                    <a:pt x="17095" y="25"/>
                  </a:moveTo>
                  <a:cubicBezTo>
                    <a:pt x="16028" y="164"/>
                    <a:pt x="9030" y="865"/>
                    <a:pt x="7173" y="1134"/>
                  </a:cubicBezTo>
                  <a:cubicBezTo>
                    <a:pt x="7173" y="1134"/>
                    <a:pt x="1" y="4970"/>
                    <a:pt x="2369" y="4970"/>
                  </a:cubicBezTo>
                  <a:cubicBezTo>
                    <a:pt x="4672" y="4970"/>
                    <a:pt x="15747" y="400"/>
                    <a:pt x="17095" y="25"/>
                  </a:cubicBez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6455431" y="1953374"/>
              <a:ext cx="633869" cy="302516"/>
            </a:xfrm>
            <a:custGeom>
              <a:avLst/>
              <a:gdLst/>
              <a:ahLst/>
              <a:cxnLst/>
              <a:rect l="l" t="t" r="r" b="b"/>
              <a:pathLst>
                <a:path w="31015" h="14802" extrusionOk="0">
                  <a:moveTo>
                    <a:pt x="21574" y="1"/>
                  </a:moveTo>
                  <a:cubicBezTo>
                    <a:pt x="16137" y="1"/>
                    <a:pt x="3128" y="6739"/>
                    <a:pt x="1193" y="11376"/>
                  </a:cubicBezTo>
                  <a:cubicBezTo>
                    <a:pt x="0" y="14263"/>
                    <a:pt x="1249" y="14801"/>
                    <a:pt x="2345" y="14801"/>
                  </a:cubicBezTo>
                  <a:cubicBezTo>
                    <a:pt x="2997" y="14801"/>
                    <a:pt x="3595" y="14611"/>
                    <a:pt x="3595" y="14611"/>
                  </a:cubicBezTo>
                  <a:cubicBezTo>
                    <a:pt x="3595" y="14611"/>
                    <a:pt x="26077" y="13510"/>
                    <a:pt x="26878" y="13510"/>
                  </a:cubicBezTo>
                  <a:cubicBezTo>
                    <a:pt x="27645" y="13510"/>
                    <a:pt x="29413" y="13177"/>
                    <a:pt x="30214" y="10642"/>
                  </a:cubicBezTo>
                  <a:cubicBezTo>
                    <a:pt x="31014" y="8073"/>
                    <a:pt x="26978" y="1"/>
                    <a:pt x="21574" y="1"/>
                  </a:cubicBez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6571149" y="2167437"/>
              <a:ext cx="488824" cy="58656"/>
            </a:xfrm>
            <a:custGeom>
              <a:avLst/>
              <a:gdLst/>
              <a:ahLst/>
              <a:cxnLst/>
              <a:rect l="l" t="t" r="r" b="b"/>
              <a:pathLst>
                <a:path w="23918" h="2870" fill="none" extrusionOk="0">
                  <a:moveTo>
                    <a:pt x="1" y="2703"/>
                  </a:moveTo>
                  <a:cubicBezTo>
                    <a:pt x="1" y="2703"/>
                    <a:pt x="7806" y="2870"/>
                    <a:pt x="14511" y="1936"/>
                  </a:cubicBezTo>
                  <a:cubicBezTo>
                    <a:pt x="21182" y="968"/>
                    <a:pt x="23918" y="1"/>
                    <a:pt x="23918" y="1"/>
                  </a:cubicBez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6824757" y="2209722"/>
              <a:ext cx="215452" cy="3413"/>
            </a:xfrm>
            <a:custGeom>
              <a:avLst/>
              <a:gdLst/>
              <a:ahLst/>
              <a:cxnLst/>
              <a:rect l="l" t="t" r="r" b="b"/>
              <a:pathLst>
                <a:path w="10542" h="167" fill="none" extrusionOk="0">
                  <a:moveTo>
                    <a:pt x="10541" y="0"/>
                  </a:moveTo>
                  <a:lnTo>
                    <a:pt x="1" y="167"/>
                  </a:lnTo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6265056" y="3057101"/>
              <a:ext cx="830376" cy="215636"/>
            </a:xfrm>
            <a:custGeom>
              <a:avLst/>
              <a:gdLst/>
              <a:ahLst/>
              <a:cxnLst/>
              <a:rect l="l" t="t" r="r" b="b"/>
              <a:pathLst>
                <a:path w="40630" h="10551" extrusionOk="0">
                  <a:moveTo>
                    <a:pt x="11832" y="1"/>
                  </a:moveTo>
                  <a:cubicBezTo>
                    <a:pt x="11611" y="1"/>
                    <a:pt x="11455" y="12"/>
                    <a:pt x="11375" y="34"/>
                  </a:cubicBezTo>
                  <a:cubicBezTo>
                    <a:pt x="10208" y="335"/>
                    <a:pt x="6005" y="1535"/>
                    <a:pt x="6005" y="1535"/>
                  </a:cubicBezTo>
                  <a:lnTo>
                    <a:pt x="2669" y="1736"/>
                  </a:lnTo>
                  <a:lnTo>
                    <a:pt x="0" y="6239"/>
                  </a:lnTo>
                  <a:lnTo>
                    <a:pt x="868" y="6239"/>
                  </a:lnTo>
                  <a:lnTo>
                    <a:pt x="2802" y="3570"/>
                  </a:lnTo>
                  <a:lnTo>
                    <a:pt x="4003" y="3570"/>
                  </a:lnTo>
                  <a:lnTo>
                    <a:pt x="1968" y="5905"/>
                  </a:lnTo>
                  <a:lnTo>
                    <a:pt x="1101" y="7206"/>
                  </a:lnTo>
                  <a:lnTo>
                    <a:pt x="4070" y="7306"/>
                  </a:lnTo>
                  <a:lnTo>
                    <a:pt x="4537" y="6939"/>
                  </a:lnTo>
                  <a:lnTo>
                    <a:pt x="6238" y="5472"/>
                  </a:lnTo>
                  <a:lnTo>
                    <a:pt x="5704" y="7106"/>
                  </a:lnTo>
                  <a:lnTo>
                    <a:pt x="6338" y="7106"/>
                  </a:lnTo>
                  <a:lnTo>
                    <a:pt x="7839" y="4504"/>
                  </a:lnTo>
                  <a:lnTo>
                    <a:pt x="9874" y="3437"/>
                  </a:lnTo>
                  <a:lnTo>
                    <a:pt x="12009" y="1936"/>
                  </a:lnTo>
                  <a:cubicBezTo>
                    <a:pt x="12009" y="1936"/>
                    <a:pt x="33891" y="9541"/>
                    <a:pt x="34425" y="9875"/>
                  </a:cubicBezTo>
                  <a:cubicBezTo>
                    <a:pt x="34790" y="10080"/>
                    <a:pt x="35451" y="10550"/>
                    <a:pt x="36141" y="10550"/>
                  </a:cubicBezTo>
                  <a:cubicBezTo>
                    <a:pt x="36461" y="10550"/>
                    <a:pt x="36787" y="10449"/>
                    <a:pt x="37093" y="10175"/>
                  </a:cubicBezTo>
                  <a:cubicBezTo>
                    <a:pt x="38061" y="9341"/>
                    <a:pt x="40629" y="2136"/>
                    <a:pt x="40629" y="2136"/>
                  </a:cubicBezTo>
                  <a:lnTo>
                    <a:pt x="31323" y="668"/>
                  </a:lnTo>
                  <a:lnTo>
                    <a:pt x="29922" y="1969"/>
                  </a:lnTo>
                  <a:cubicBezTo>
                    <a:pt x="29922" y="1969"/>
                    <a:pt x="14842" y="1"/>
                    <a:pt x="11832" y="1"/>
                  </a:cubicBez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6717726" y="3070754"/>
              <a:ext cx="378380" cy="202331"/>
            </a:xfrm>
            <a:custGeom>
              <a:avLst/>
              <a:gdLst/>
              <a:ahLst/>
              <a:cxnLst/>
              <a:rect l="l" t="t" r="r" b="b"/>
              <a:pathLst>
                <a:path w="18514" h="9900" extrusionOk="0">
                  <a:moveTo>
                    <a:pt x="9174" y="0"/>
                  </a:moveTo>
                  <a:lnTo>
                    <a:pt x="7773" y="1301"/>
                  </a:lnTo>
                  <a:cubicBezTo>
                    <a:pt x="7773" y="1301"/>
                    <a:pt x="4570" y="867"/>
                    <a:pt x="834" y="434"/>
                  </a:cubicBezTo>
                  <a:lnTo>
                    <a:pt x="0" y="4804"/>
                  </a:lnTo>
                  <a:cubicBezTo>
                    <a:pt x="5805" y="6838"/>
                    <a:pt x="11976" y="9040"/>
                    <a:pt x="12309" y="9207"/>
                  </a:cubicBezTo>
                  <a:cubicBezTo>
                    <a:pt x="12675" y="9436"/>
                    <a:pt x="13339" y="9900"/>
                    <a:pt x="14033" y="9900"/>
                  </a:cubicBezTo>
                  <a:cubicBezTo>
                    <a:pt x="14350" y="9900"/>
                    <a:pt x="14674" y="9802"/>
                    <a:pt x="14978" y="9540"/>
                  </a:cubicBezTo>
                  <a:cubicBezTo>
                    <a:pt x="15945" y="8673"/>
                    <a:pt x="18514" y="1501"/>
                    <a:pt x="18514" y="1501"/>
                  </a:cubicBezTo>
                  <a:lnTo>
                    <a:pt x="9174" y="0"/>
                  </a:lnTo>
                  <a:close/>
                </a:path>
              </a:pathLst>
            </a:custGeom>
            <a:solidFill>
              <a:srgbClr val="191919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6874523" y="2737377"/>
              <a:ext cx="315657" cy="407708"/>
            </a:xfrm>
            <a:custGeom>
              <a:avLst/>
              <a:gdLst/>
              <a:ahLst/>
              <a:cxnLst/>
              <a:rect l="l" t="t" r="r" b="b"/>
              <a:pathLst>
                <a:path w="15445" h="19949" extrusionOk="0">
                  <a:moveTo>
                    <a:pt x="4637" y="1"/>
                  </a:moveTo>
                  <a:lnTo>
                    <a:pt x="1" y="15545"/>
                  </a:lnTo>
                  <a:cubicBezTo>
                    <a:pt x="1" y="15545"/>
                    <a:pt x="401" y="17680"/>
                    <a:pt x="4704" y="18881"/>
                  </a:cubicBezTo>
                  <a:cubicBezTo>
                    <a:pt x="7072" y="19581"/>
                    <a:pt x="9541" y="19948"/>
                    <a:pt x="12009" y="19948"/>
                  </a:cubicBezTo>
                  <a:lnTo>
                    <a:pt x="15445" y="668"/>
                  </a:lnTo>
                  <a:lnTo>
                    <a:pt x="4637" y="1"/>
                  </a:lnTo>
                  <a:close/>
                </a:path>
              </a:pathLst>
            </a:custGeom>
            <a:solidFill>
              <a:srgbClr val="191919"/>
            </a:solidFill>
            <a:ln w="9525" cap="flat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6104172" y="3245944"/>
              <a:ext cx="76375" cy="1140576"/>
            </a:xfrm>
            <a:custGeom>
              <a:avLst/>
              <a:gdLst/>
              <a:ahLst/>
              <a:cxnLst/>
              <a:rect l="l" t="t" r="r" b="b"/>
              <a:pathLst>
                <a:path w="3737" h="55808" extrusionOk="0">
                  <a:moveTo>
                    <a:pt x="0" y="1"/>
                  </a:moveTo>
                  <a:lnTo>
                    <a:pt x="0" y="55808"/>
                  </a:lnTo>
                  <a:lnTo>
                    <a:pt x="3736" y="55808"/>
                  </a:lnTo>
                  <a:lnTo>
                    <a:pt x="373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46000">
                  <a:schemeClr val="lt2"/>
                </a:gs>
                <a:gs pos="6600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5562190" y="3226181"/>
              <a:ext cx="1141230" cy="47068"/>
            </a:xfrm>
            <a:custGeom>
              <a:avLst/>
              <a:gdLst/>
              <a:ahLst/>
              <a:cxnLst/>
              <a:rect l="l" t="t" r="r" b="b"/>
              <a:pathLst>
                <a:path w="55840" h="2303" extrusionOk="0">
                  <a:moveTo>
                    <a:pt x="0" y="1"/>
                  </a:moveTo>
                  <a:lnTo>
                    <a:pt x="0" y="2302"/>
                  </a:lnTo>
                  <a:lnTo>
                    <a:pt x="55840" y="2302"/>
                  </a:lnTo>
                  <a:lnTo>
                    <a:pt x="55840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5731249" y="4385825"/>
              <a:ext cx="822201" cy="47047"/>
            </a:xfrm>
            <a:custGeom>
              <a:avLst/>
              <a:gdLst/>
              <a:ahLst/>
              <a:cxnLst/>
              <a:rect l="l" t="t" r="r" b="b"/>
              <a:pathLst>
                <a:path w="40230" h="2302" extrusionOk="0">
                  <a:moveTo>
                    <a:pt x="2336" y="0"/>
                  </a:moveTo>
                  <a:cubicBezTo>
                    <a:pt x="1035" y="0"/>
                    <a:pt x="1" y="1034"/>
                    <a:pt x="1" y="2302"/>
                  </a:cubicBezTo>
                  <a:lnTo>
                    <a:pt x="40229" y="2302"/>
                  </a:lnTo>
                  <a:cubicBezTo>
                    <a:pt x="40229" y="1034"/>
                    <a:pt x="39195" y="0"/>
                    <a:pt x="37928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0"/>
            <p:cNvSpPr/>
            <p:nvPr/>
          </p:nvSpPr>
          <p:spPr>
            <a:xfrm>
              <a:off x="5719661" y="2954178"/>
              <a:ext cx="194994" cy="280198"/>
            </a:xfrm>
            <a:custGeom>
              <a:avLst/>
              <a:gdLst/>
              <a:ahLst/>
              <a:cxnLst/>
              <a:rect l="l" t="t" r="r" b="b"/>
              <a:pathLst>
                <a:path w="9541" h="13710" extrusionOk="0">
                  <a:moveTo>
                    <a:pt x="1" y="0"/>
                  </a:moveTo>
                  <a:lnTo>
                    <a:pt x="1101" y="13710"/>
                  </a:lnTo>
                  <a:lnTo>
                    <a:pt x="8440" y="13710"/>
                  </a:lnTo>
                  <a:lnTo>
                    <a:pt x="954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46000">
                  <a:schemeClr val="lt2"/>
                </a:gs>
                <a:gs pos="6600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5706029" y="2926220"/>
              <a:ext cx="216127" cy="64112"/>
            </a:xfrm>
            <a:custGeom>
              <a:avLst/>
              <a:gdLst/>
              <a:ahLst/>
              <a:cxnLst/>
              <a:rect l="l" t="t" r="r" b="b"/>
              <a:pathLst>
                <a:path w="10575" h="3137" extrusionOk="0">
                  <a:moveTo>
                    <a:pt x="0" y="0"/>
                  </a:moveTo>
                  <a:lnTo>
                    <a:pt x="0" y="3136"/>
                  </a:lnTo>
                  <a:lnTo>
                    <a:pt x="10575" y="3136"/>
                  </a:lnTo>
                  <a:lnTo>
                    <a:pt x="10575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5727162" y="3053709"/>
              <a:ext cx="179319" cy="102964"/>
            </a:xfrm>
            <a:custGeom>
              <a:avLst/>
              <a:gdLst/>
              <a:ahLst/>
              <a:cxnLst/>
              <a:rect l="l" t="t" r="r" b="b"/>
              <a:pathLst>
                <a:path w="8774" h="5038" extrusionOk="0">
                  <a:moveTo>
                    <a:pt x="1" y="0"/>
                  </a:moveTo>
                  <a:lnTo>
                    <a:pt x="434" y="5037"/>
                  </a:lnTo>
                  <a:lnTo>
                    <a:pt x="8373" y="5037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rgbClr val="FFFFFF"/>
            </a:solidFill>
            <a:ln w="10850" cap="rnd" cmpd="sng">
              <a:solidFill>
                <a:srgbClr val="1919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0"/>
            <p:cNvSpPr/>
            <p:nvPr/>
          </p:nvSpPr>
          <p:spPr>
            <a:xfrm>
              <a:off x="6860217" y="1174850"/>
              <a:ext cx="1073071" cy="637446"/>
            </a:xfrm>
            <a:custGeom>
              <a:avLst/>
              <a:gdLst/>
              <a:ahLst/>
              <a:cxnLst/>
              <a:rect l="l" t="t" r="r" b="b"/>
              <a:pathLst>
                <a:path w="52505" h="31190" fill="none" extrusionOk="0">
                  <a:moveTo>
                    <a:pt x="0" y="1"/>
                  </a:moveTo>
                  <a:lnTo>
                    <a:pt x="52504" y="1"/>
                  </a:lnTo>
                  <a:lnTo>
                    <a:pt x="52504" y="31190"/>
                  </a:lnTo>
                  <a:lnTo>
                    <a:pt x="0" y="31190"/>
                  </a:lnTo>
                  <a:close/>
                </a:path>
              </a:pathLst>
            </a:custGeom>
            <a:noFill/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0"/>
            <p:cNvSpPr/>
            <p:nvPr/>
          </p:nvSpPr>
          <p:spPr>
            <a:xfrm rot="8099929" flipH="1">
              <a:off x="5618741" y="3556113"/>
              <a:ext cx="1857114" cy="1794505"/>
            </a:xfrm>
            <a:custGeom>
              <a:avLst/>
              <a:gdLst/>
              <a:ahLst/>
              <a:cxnLst/>
              <a:rect l="l" t="t" r="r" b="b"/>
              <a:pathLst>
                <a:path w="10886" h="10519" extrusionOk="0">
                  <a:moveTo>
                    <a:pt x="10519" y="0"/>
                  </a:moveTo>
                  <a:lnTo>
                    <a:pt x="1" y="10518"/>
                  </a:lnTo>
                  <a:lnTo>
                    <a:pt x="368" y="10518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1"/>
          <p:cNvSpPr txBox="1">
            <a:spLocks noGrp="1"/>
          </p:cNvSpPr>
          <p:nvPr>
            <p:ph type="subTitle" idx="3"/>
          </p:nvPr>
        </p:nvSpPr>
        <p:spPr>
          <a:xfrm>
            <a:off x="173025" y="145850"/>
            <a:ext cx="6628200" cy="4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Samsung fue fundada en 1938 por Lee Byung-chul en Su-dong, Corea, como una empresa comercial. A lo largo de las décadas de 1940 y 1950, se diversificó en varias industrias. En 1969, Samsung Electronics fue creada, marcando el inicio de su incursión en la electrónica. Durante las décadas de 1970 y 1980, Samsung expandió su producción a semiconductores y productos electrónicos, consolidándose como líder global en los 1990s. En los 2000s, Samsung dominó el mercado de teléfonos móviles con la serie Galaxy y continuó innovando en tecnología de pantallas y semiconductores. A pesar de retos como el retiro del Galaxy Note 7 en 2016, la compañía se mantuvo a la vanguardia. En los 2020s, Samsung sigue siendo un líder global, invirtiendo en IA, IoT y tecnología 5G, demostrando su capacidad de adaptación y diversificación en múltiples sectores.</a:t>
            </a:r>
            <a:endParaRPr sz="1500"/>
          </a:p>
          <a:p>
            <a:pPr marL="0" lvl="0" indent="0" algn="ctr" rtl="0">
              <a:lnSpc>
                <a:spcPct val="133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r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0" name="Google Shape;960;p41"/>
          <p:cNvGrpSpPr/>
          <p:nvPr/>
        </p:nvGrpSpPr>
        <p:grpSpPr>
          <a:xfrm>
            <a:off x="6339302" y="1646520"/>
            <a:ext cx="2688731" cy="3871458"/>
            <a:chOff x="2949741" y="1578225"/>
            <a:chExt cx="3244516" cy="4671724"/>
          </a:xfrm>
        </p:grpSpPr>
        <p:sp>
          <p:nvSpPr>
            <p:cNvPr id="961" name="Google Shape;961;p41"/>
            <p:cNvSpPr/>
            <p:nvPr/>
          </p:nvSpPr>
          <p:spPr>
            <a:xfrm>
              <a:off x="4378140" y="1578225"/>
              <a:ext cx="87470" cy="832469"/>
            </a:xfrm>
            <a:custGeom>
              <a:avLst/>
              <a:gdLst/>
              <a:ahLst/>
              <a:cxnLst/>
              <a:rect l="l" t="t" r="r" b="b"/>
              <a:pathLst>
                <a:path w="5205" h="49537" fill="none" extrusionOk="0">
                  <a:moveTo>
                    <a:pt x="0" y="1"/>
                  </a:moveTo>
                  <a:lnTo>
                    <a:pt x="5204" y="49536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4418503" y="1755356"/>
              <a:ext cx="401942" cy="262376"/>
            </a:xfrm>
            <a:custGeom>
              <a:avLst/>
              <a:gdLst/>
              <a:ahLst/>
              <a:cxnLst/>
              <a:rect l="l" t="t" r="r" b="b"/>
              <a:pathLst>
                <a:path w="23918" h="15613" extrusionOk="0">
                  <a:moveTo>
                    <a:pt x="13243" y="1"/>
                  </a:moveTo>
                  <a:lnTo>
                    <a:pt x="9340" y="868"/>
                  </a:lnTo>
                  <a:lnTo>
                    <a:pt x="5804" y="7906"/>
                  </a:lnTo>
                  <a:lnTo>
                    <a:pt x="167" y="6305"/>
                  </a:lnTo>
                  <a:lnTo>
                    <a:pt x="0" y="7840"/>
                  </a:lnTo>
                  <a:lnTo>
                    <a:pt x="7005" y="10742"/>
                  </a:lnTo>
                  <a:lnTo>
                    <a:pt x="9507" y="7273"/>
                  </a:lnTo>
                  <a:lnTo>
                    <a:pt x="9507" y="13344"/>
                  </a:lnTo>
                  <a:lnTo>
                    <a:pt x="17046" y="13644"/>
                  </a:lnTo>
                  <a:lnTo>
                    <a:pt x="18580" y="6772"/>
                  </a:lnTo>
                  <a:lnTo>
                    <a:pt x="21315" y="9207"/>
                  </a:lnTo>
                  <a:lnTo>
                    <a:pt x="21315" y="15612"/>
                  </a:lnTo>
                  <a:lnTo>
                    <a:pt x="22950" y="15612"/>
                  </a:lnTo>
                  <a:lnTo>
                    <a:pt x="23917" y="7606"/>
                  </a:lnTo>
                  <a:lnTo>
                    <a:pt x="19614" y="635"/>
                  </a:lnTo>
                  <a:lnTo>
                    <a:pt x="13243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4577133" y="1819816"/>
              <a:ext cx="1126" cy="57759"/>
            </a:xfrm>
            <a:custGeom>
              <a:avLst/>
              <a:gdLst/>
              <a:ahLst/>
              <a:cxnLst/>
              <a:rect l="l" t="t" r="r" b="b"/>
              <a:pathLst>
                <a:path w="67" h="3437" fill="none" extrusionOk="0">
                  <a:moveTo>
                    <a:pt x="67" y="3437"/>
                  </a:moveTo>
                  <a:lnTo>
                    <a:pt x="0" y="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4639341" y="1726772"/>
              <a:ext cx="54398" cy="81790"/>
            </a:xfrm>
            <a:custGeom>
              <a:avLst/>
              <a:gdLst/>
              <a:ahLst/>
              <a:cxnLst/>
              <a:rect l="l" t="t" r="r" b="b"/>
              <a:pathLst>
                <a:path w="3237" h="4867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268" y="2269"/>
                    <a:pt x="334" y="3069"/>
                  </a:cubicBezTo>
                  <a:cubicBezTo>
                    <a:pt x="426" y="3801"/>
                    <a:pt x="824" y="4867"/>
                    <a:pt x="1146" y="4867"/>
                  </a:cubicBezTo>
                  <a:cubicBezTo>
                    <a:pt x="1177" y="4867"/>
                    <a:pt x="1206" y="4858"/>
                    <a:pt x="1235" y="4837"/>
                  </a:cubicBezTo>
                  <a:cubicBezTo>
                    <a:pt x="1535" y="4604"/>
                    <a:pt x="2669" y="2336"/>
                    <a:pt x="2669" y="2336"/>
                  </a:cubicBezTo>
                  <a:lnTo>
                    <a:pt x="3237" y="8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4628133" y="1671269"/>
              <a:ext cx="11797" cy="38702"/>
            </a:xfrm>
            <a:custGeom>
              <a:avLst/>
              <a:gdLst/>
              <a:ahLst/>
              <a:cxnLst/>
              <a:rect l="l" t="t" r="r" b="b"/>
              <a:pathLst>
                <a:path w="702" h="2303" extrusionOk="0">
                  <a:moveTo>
                    <a:pt x="680" y="1"/>
                  </a:moveTo>
                  <a:cubicBezTo>
                    <a:pt x="562" y="1"/>
                    <a:pt x="1" y="54"/>
                    <a:pt x="1" y="1069"/>
                  </a:cubicBezTo>
                  <a:cubicBezTo>
                    <a:pt x="1" y="2236"/>
                    <a:pt x="501" y="2303"/>
                    <a:pt x="501" y="2303"/>
                  </a:cubicBezTo>
                  <a:lnTo>
                    <a:pt x="701" y="1"/>
                  </a:lnTo>
                  <a:cubicBezTo>
                    <a:pt x="701" y="1"/>
                    <a:pt x="693" y="1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4706607" y="1687535"/>
              <a:ext cx="24132" cy="40937"/>
            </a:xfrm>
            <a:custGeom>
              <a:avLst/>
              <a:gdLst/>
              <a:ahLst/>
              <a:cxnLst/>
              <a:rect l="l" t="t" r="r" b="b"/>
              <a:pathLst>
                <a:path w="1436" h="2436" extrusionOk="0">
                  <a:moveTo>
                    <a:pt x="768" y="1"/>
                  </a:moveTo>
                  <a:lnTo>
                    <a:pt x="1" y="2436"/>
                  </a:lnTo>
                  <a:cubicBezTo>
                    <a:pt x="1" y="2436"/>
                    <a:pt x="1235" y="1468"/>
                    <a:pt x="1368" y="768"/>
                  </a:cubicBezTo>
                  <a:cubicBezTo>
                    <a:pt x="1435" y="368"/>
                    <a:pt x="116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4634300" y="1631527"/>
              <a:ext cx="91957" cy="121063"/>
            </a:xfrm>
            <a:custGeom>
              <a:avLst/>
              <a:gdLst/>
              <a:ahLst/>
              <a:cxnLst/>
              <a:rect l="l" t="t" r="r" b="b"/>
              <a:pathLst>
                <a:path w="5472" h="7204" extrusionOk="0">
                  <a:moveTo>
                    <a:pt x="2430" y="1"/>
                  </a:moveTo>
                  <a:cubicBezTo>
                    <a:pt x="2000" y="1"/>
                    <a:pt x="1213" y="163"/>
                    <a:pt x="701" y="1232"/>
                  </a:cubicBezTo>
                  <a:cubicBezTo>
                    <a:pt x="1" y="2767"/>
                    <a:pt x="134" y="4635"/>
                    <a:pt x="301" y="5669"/>
                  </a:cubicBezTo>
                  <a:cubicBezTo>
                    <a:pt x="434" y="6736"/>
                    <a:pt x="1435" y="7203"/>
                    <a:pt x="2402" y="7203"/>
                  </a:cubicBezTo>
                  <a:cubicBezTo>
                    <a:pt x="3370" y="7203"/>
                    <a:pt x="4837" y="5202"/>
                    <a:pt x="5138" y="3667"/>
                  </a:cubicBezTo>
                  <a:cubicBezTo>
                    <a:pt x="5471" y="2099"/>
                    <a:pt x="5238" y="31"/>
                    <a:pt x="2736" y="31"/>
                  </a:cubicBezTo>
                  <a:cubicBezTo>
                    <a:pt x="2736" y="31"/>
                    <a:pt x="2617" y="1"/>
                    <a:pt x="2430" y="1"/>
                  </a:cubicBez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4394961" y="1843358"/>
              <a:ext cx="29728" cy="46550"/>
            </a:xfrm>
            <a:custGeom>
              <a:avLst/>
              <a:gdLst/>
              <a:ahLst/>
              <a:cxnLst/>
              <a:rect l="l" t="t" r="r" b="b"/>
              <a:pathLst>
                <a:path w="1769" h="2770" extrusionOk="0">
                  <a:moveTo>
                    <a:pt x="1535" y="1"/>
                  </a:moveTo>
                  <a:lnTo>
                    <a:pt x="0" y="168"/>
                  </a:lnTo>
                  <a:lnTo>
                    <a:pt x="334" y="2603"/>
                  </a:lnTo>
                  <a:lnTo>
                    <a:pt x="1768" y="2770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1"/>
            <p:cNvSpPr/>
            <p:nvPr/>
          </p:nvSpPr>
          <p:spPr>
            <a:xfrm>
              <a:off x="4421293" y="1843929"/>
              <a:ext cx="11797" cy="23561"/>
            </a:xfrm>
            <a:custGeom>
              <a:avLst/>
              <a:gdLst/>
              <a:ahLst/>
              <a:cxnLst/>
              <a:rect l="l" t="t" r="r" b="b"/>
              <a:pathLst>
                <a:path w="702" h="1402" extrusionOk="0">
                  <a:moveTo>
                    <a:pt x="568" y="0"/>
                  </a:moveTo>
                  <a:lnTo>
                    <a:pt x="1" y="100"/>
                  </a:lnTo>
                  <a:lnTo>
                    <a:pt x="101" y="1401"/>
                  </a:lnTo>
                  <a:lnTo>
                    <a:pt x="701" y="1301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1"/>
            <p:cNvSpPr/>
            <p:nvPr/>
          </p:nvSpPr>
          <p:spPr>
            <a:xfrm>
              <a:off x="4762111" y="2017699"/>
              <a:ext cx="42046" cy="46533"/>
            </a:xfrm>
            <a:custGeom>
              <a:avLst/>
              <a:gdLst/>
              <a:ahLst/>
              <a:cxnLst/>
              <a:rect l="l" t="t" r="r" b="b"/>
              <a:pathLst>
                <a:path w="2502" h="2769" extrusionOk="0">
                  <a:moveTo>
                    <a:pt x="867" y="0"/>
                  </a:moveTo>
                  <a:lnTo>
                    <a:pt x="0" y="1368"/>
                  </a:lnTo>
                  <a:lnTo>
                    <a:pt x="200" y="2769"/>
                  </a:lnTo>
                  <a:lnTo>
                    <a:pt x="1001" y="2669"/>
                  </a:lnTo>
                  <a:lnTo>
                    <a:pt x="2302" y="2235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4462227" y="1979571"/>
              <a:ext cx="292071" cy="382885"/>
            </a:xfrm>
            <a:custGeom>
              <a:avLst/>
              <a:gdLst/>
              <a:ahLst/>
              <a:cxnLst/>
              <a:rect l="l" t="t" r="r" b="b"/>
              <a:pathLst>
                <a:path w="17380" h="22784" extrusionOk="0">
                  <a:moveTo>
                    <a:pt x="6905" y="1"/>
                  </a:moveTo>
                  <a:lnTo>
                    <a:pt x="6338" y="2469"/>
                  </a:lnTo>
                  <a:lnTo>
                    <a:pt x="0" y="10808"/>
                  </a:lnTo>
                  <a:lnTo>
                    <a:pt x="4270" y="22784"/>
                  </a:lnTo>
                  <a:lnTo>
                    <a:pt x="5337" y="22550"/>
                  </a:lnTo>
                  <a:lnTo>
                    <a:pt x="4403" y="11109"/>
                  </a:lnTo>
                  <a:lnTo>
                    <a:pt x="9574" y="5638"/>
                  </a:lnTo>
                  <a:lnTo>
                    <a:pt x="10207" y="6038"/>
                  </a:lnTo>
                  <a:lnTo>
                    <a:pt x="10207" y="12143"/>
                  </a:lnTo>
                  <a:lnTo>
                    <a:pt x="16145" y="22150"/>
                  </a:lnTo>
                  <a:lnTo>
                    <a:pt x="17379" y="21850"/>
                  </a:lnTo>
                  <a:lnTo>
                    <a:pt x="14610" y="12209"/>
                  </a:lnTo>
                  <a:lnTo>
                    <a:pt x="14744" y="1935"/>
                  </a:lnTo>
                  <a:lnTo>
                    <a:pt x="14444" y="301"/>
                  </a:lnTo>
                  <a:lnTo>
                    <a:pt x="6905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1"/>
            <p:cNvSpPr/>
            <p:nvPr/>
          </p:nvSpPr>
          <p:spPr>
            <a:xfrm>
              <a:off x="4486744" y="2358500"/>
              <a:ext cx="82563" cy="49407"/>
            </a:xfrm>
            <a:custGeom>
              <a:avLst/>
              <a:gdLst/>
              <a:ahLst/>
              <a:cxnLst/>
              <a:rect l="l" t="t" r="r" b="b"/>
              <a:pathLst>
                <a:path w="4913" h="2940" extrusionOk="0">
                  <a:moveTo>
                    <a:pt x="3878" y="0"/>
                  </a:moveTo>
                  <a:lnTo>
                    <a:pt x="2811" y="234"/>
                  </a:lnTo>
                  <a:lnTo>
                    <a:pt x="1877" y="1535"/>
                  </a:lnTo>
                  <a:cubicBezTo>
                    <a:pt x="1877" y="1535"/>
                    <a:pt x="409" y="2235"/>
                    <a:pt x="176" y="2602"/>
                  </a:cubicBezTo>
                  <a:cubicBezTo>
                    <a:pt x="0" y="2902"/>
                    <a:pt x="782" y="2940"/>
                    <a:pt x="1184" y="2940"/>
                  </a:cubicBezTo>
                  <a:cubicBezTo>
                    <a:pt x="1318" y="2940"/>
                    <a:pt x="1410" y="2936"/>
                    <a:pt x="1410" y="2936"/>
                  </a:cubicBezTo>
                  <a:lnTo>
                    <a:pt x="3111" y="2769"/>
                  </a:lnTo>
                  <a:lnTo>
                    <a:pt x="4912" y="1601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1"/>
            <p:cNvSpPr/>
            <p:nvPr/>
          </p:nvSpPr>
          <p:spPr>
            <a:xfrm>
              <a:off x="4120300" y="1607934"/>
              <a:ext cx="276930" cy="253957"/>
            </a:xfrm>
            <a:custGeom>
              <a:avLst/>
              <a:gdLst/>
              <a:ahLst/>
              <a:cxnLst/>
              <a:rect l="l" t="t" r="r" b="b"/>
              <a:pathLst>
                <a:path w="16479" h="15112" extrusionOk="0">
                  <a:moveTo>
                    <a:pt x="15578" y="1"/>
                  </a:moveTo>
                  <a:cubicBezTo>
                    <a:pt x="15578" y="1"/>
                    <a:pt x="14811" y="1769"/>
                    <a:pt x="11608" y="2970"/>
                  </a:cubicBezTo>
                  <a:cubicBezTo>
                    <a:pt x="8406" y="4204"/>
                    <a:pt x="3770" y="4871"/>
                    <a:pt x="2535" y="7406"/>
                  </a:cubicBezTo>
                  <a:cubicBezTo>
                    <a:pt x="1334" y="9941"/>
                    <a:pt x="1334" y="9708"/>
                    <a:pt x="1101" y="11142"/>
                  </a:cubicBezTo>
                  <a:cubicBezTo>
                    <a:pt x="1001" y="11976"/>
                    <a:pt x="601" y="12743"/>
                    <a:pt x="0" y="13344"/>
                  </a:cubicBezTo>
                  <a:cubicBezTo>
                    <a:pt x="0" y="13344"/>
                    <a:pt x="73" y="13353"/>
                    <a:pt x="192" y="13353"/>
                  </a:cubicBezTo>
                  <a:cubicBezTo>
                    <a:pt x="533" y="13353"/>
                    <a:pt x="1247" y="13279"/>
                    <a:pt x="1668" y="12710"/>
                  </a:cubicBezTo>
                  <a:cubicBezTo>
                    <a:pt x="2235" y="11909"/>
                    <a:pt x="2435" y="9708"/>
                    <a:pt x="3336" y="9374"/>
                  </a:cubicBezTo>
                  <a:cubicBezTo>
                    <a:pt x="4236" y="9041"/>
                    <a:pt x="5837" y="8507"/>
                    <a:pt x="5838" y="8507"/>
                  </a:cubicBezTo>
                  <a:lnTo>
                    <a:pt x="5838" y="8507"/>
                  </a:lnTo>
                  <a:cubicBezTo>
                    <a:pt x="5838" y="8507"/>
                    <a:pt x="4303" y="9841"/>
                    <a:pt x="4170" y="10508"/>
                  </a:cubicBezTo>
                  <a:cubicBezTo>
                    <a:pt x="4070" y="11142"/>
                    <a:pt x="3970" y="12710"/>
                    <a:pt x="3736" y="13711"/>
                  </a:cubicBezTo>
                  <a:cubicBezTo>
                    <a:pt x="3636" y="14244"/>
                    <a:pt x="3369" y="14745"/>
                    <a:pt x="3002" y="15112"/>
                  </a:cubicBezTo>
                  <a:cubicBezTo>
                    <a:pt x="3002" y="15112"/>
                    <a:pt x="4437" y="15112"/>
                    <a:pt x="4870" y="14144"/>
                  </a:cubicBezTo>
                  <a:cubicBezTo>
                    <a:pt x="5304" y="13144"/>
                    <a:pt x="4870" y="11809"/>
                    <a:pt x="6305" y="10809"/>
                  </a:cubicBezTo>
                  <a:cubicBezTo>
                    <a:pt x="7011" y="10316"/>
                    <a:pt x="7742" y="10179"/>
                    <a:pt x="8592" y="10179"/>
                  </a:cubicBezTo>
                  <a:cubicBezTo>
                    <a:pt x="9469" y="10179"/>
                    <a:pt x="10473" y="10324"/>
                    <a:pt x="11709" y="10375"/>
                  </a:cubicBezTo>
                  <a:cubicBezTo>
                    <a:pt x="11791" y="10378"/>
                    <a:pt x="11873" y="10380"/>
                    <a:pt x="11954" y="10380"/>
                  </a:cubicBezTo>
                  <a:cubicBezTo>
                    <a:pt x="14298" y="10380"/>
                    <a:pt x="16479" y="9041"/>
                    <a:pt x="16479" y="9041"/>
                  </a:cubicBezTo>
                  <a:lnTo>
                    <a:pt x="15578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46000">
                  <a:schemeClr val="lt2"/>
                </a:gs>
                <a:gs pos="6600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4715581" y="2346721"/>
              <a:ext cx="44298" cy="64481"/>
            </a:xfrm>
            <a:custGeom>
              <a:avLst/>
              <a:gdLst/>
              <a:ahLst/>
              <a:cxnLst/>
              <a:rect l="l" t="t" r="r" b="b"/>
              <a:pathLst>
                <a:path w="2636" h="3837" extrusionOk="0">
                  <a:moveTo>
                    <a:pt x="2302" y="1"/>
                  </a:moveTo>
                  <a:lnTo>
                    <a:pt x="1068" y="301"/>
                  </a:lnTo>
                  <a:lnTo>
                    <a:pt x="0" y="3837"/>
                  </a:lnTo>
                  <a:lnTo>
                    <a:pt x="2636" y="3737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4635426" y="1614286"/>
              <a:ext cx="103720" cy="90646"/>
            </a:xfrm>
            <a:custGeom>
              <a:avLst/>
              <a:gdLst/>
              <a:ahLst/>
              <a:cxnLst/>
              <a:rect l="l" t="t" r="r" b="b"/>
              <a:pathLst>
                <a:path w="6172" h="5394" extrusionOk="0">
                  <a:moveTo>
                    <a:pt x="2909" y="1"/>
                  </a:moveTo>
                  <a:cubicBezTo>
                    <a:pt x="2796" y="1"/>
                    <a:pt x="2683" y="8"/>
                    <a:pt x="2569" y="23"/>
                  </a:cubicBezTo>
                  <a:cubicBezTo>
                    <a:pt x="768" y="223"/>
                    <a:pt x="0" y="1124"/>
                    <a:pt x="0" y="1824"/>
                  </a:cubicBezTo>
                  <a:lnTo>
                    <a:pt x="0" y="2859"/>
                  </a:lnTo>
                  <a:lnTo>
                    <a:pt x="4637" y="2291"/>
                  </a:lnTo>
                  <a:lnTo>
                    <a:pt x="4637" y="2291"/>
                  </a:lnTo>
                  <a:cubicBezTo>
                    <a:pt x="4637" y="2292"/>
                    <a:pt x="4437" y="3059"/>
                    <a:pt x="4704" y="3259"/>
                  </a:cubicBezTo>
                  <a:cubicBezTo>
                    <a:pt x="4937" y="3459"/>
                    <a:pt x="5004" y="4360"/>
                    <a:pt x="5004" y="4360"/>
                  </a:cubicBezTo>
                  <a:lnTo>
                    <a:pt x="4804" y="5394"/>
                  </a:lnTo>
                  <a:lnTo>
                    <a:pt x="5838" y="3592"/>
                  </a:lnTo>
                  <a:cubicBezTo>
                    <a:pt x="5838" y="3592"/>
                    <a:pt x="6171" y="2158"/>
                    <a:pt x="5905" y="1724"/>
                  </a:cubicBezTo>
                  <a:cubicBezTo>
                    <a:pt x="5738" y="1424"/>
                    <a:pt x="5471" y="1257"/>
                    <a:pt x="5137" y="1191"/>
                  </a:cubicBezTo>
                  <a:cubicBezTo>
                    <a:pt x="4635" y="452"/>
                    <a:pt x="3791" y="1"/>
                    <a:pt x="2909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3184202" y="2699301"/>
              <a:ext cx="1530936" cy="1904830"/>
            </a:xfrm>
            <a:custGeom>
              <a:avLst/>
              <a:gdLst/>
              <a:ahLst/>
              <a:cxnLst/>
              <a:rect l="l" t="t" r="r" b="b"/>
              <a:pathLst>
                <a:path w="91100" h="113349" extrusionOk="0">
                  <a:moveTo>
                    <a:pt x="71452" y="0"/>
                  </a:moveTo>
                  <a:lnTo>
                    <a:pt x="59477" y="267"/>
                  </a:lnTo>
                  <a:lnTo>
                    <a:pt x="54406" y="4804"/>
                  </a:lnTo>
                  <a:lnTo>
                    <a:pt x="43832" y="4537"/>
                  </a:lnTo>
                  <a:lnTo>
                    <a:pt x="42398" y="9707"/>
                  </a:lnTo>
                  <a:lnTo>
                    <a:pt x="39496" y="9340"/>
                  </a:lnTo>
                  <a:lnTo>
                    <a:pt x="38495" y="11142"/>
                  </a:lnTo>
                  <a:lnTo>
                    <a:pt x="33558" y="21015"/>
                  </a:lnTo>
                  <a:lnTo>
                    <a:pt x="30990" y="30889"/>
                  </a:lnTo>
                  <a:lnTo>
                    <a:pt x="21383" y="42898"/>
                  </a:lnTo>
                  <a:lnTo>
                    <a:pt x="20349" y="71185"/>
                  </a:lnTo>
                  <a:lnTo>
                    <a:pt x="4871" y="93501"/>
                  </a:lnTo>
                  <a:lnTo>
                    <a:pt x="1" y="113348"/>
                  </a:lnTo>
                  <a:lnTo>
                    <a:pt x="82927" y="113348"/>
                  </a:lnTo>
                  <a:lnTo>
                    <a:pt x="91099" y="66448"/>
                  </a:lnTo>
                  <a:lnTo>
                    <a:pt x="60244" y="38128"/>
                  </a:lnTo>
                  <a:lnTo>
                    <a:pt x="71452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3679163" y="2699856"/>
              <a:ext cx="2176684" cy="1904275"/>
            </a:xfrm>
            <a:custGeom>
              <a:avLst/>
              <a:gdLst/>
              <a:ahLst/>
              <a:cxnLst/>
              <a:rect l="l" t="t" r="r" b="b"/>
              <a:pathLst>
                <a:path w="129526" h="113316" extrusionOk="0">
                  <a:moveTo>
                    <a:pt x="55873" y="1"/>
                  </a:moveTo>
                  <a:lnTo>
                    <a:pt x="45866" y="24218"/>
                  </a:lnTo>
                  <a:lnTo>
                    <a:pt x="36626" y="28288"/>
                  </a:lnTo>
                  <a:lnTo>
                    <a:pt x="43131" y="37194"/>
                  </a:lnTo>
                  <a:lnTo>
                    <a:pt x="42063" y="44266"/>
                  </a:lnTo>
                  <a:lnTo>
                    <a:pt x="44265" y="55174"/>
                  </a:lnTo>
                  <a:lnTo>
                    <a:pt x="7972" y="63146"/>
                  </a:lnTo>
                  <a:cubicBezTo>
                    <a:pt x="7972" y="63146"/>
                    <a:pt x="7606" y="80558"/>
                    <a:pt x="7606" y="82026"/>
                  </a:cubicBezTo>
                  <a:cubicBezTo>
                    <a:pt x="7606" y="83460"/>
                    <a:pt x="367" y="91833"/>
                    <a:pt x="367" y="91833"/>
                  </a:cubicBezTo>
                  <a:lnTo>
                    <a:pt x="0" y="113315"/>
                  </a:lnTo>
                  <a:lnTo>
                    <a:pt x="123088" y="113315"/>
                  </a:lnTo>
                  <a:lnTo>
                    <a:pt x="112847" y="90866"/>
                  </a:lnTo>
                  <a:lnTo>
                    <a:pt x="129526" y="101974"/>
                  </a:lnTo>
                  <a:lnTo>
                    <a:pt x="129526" y="84194"/>
                  </a:lnTo>
                  <a:lnTo>
                    <a:pt x="119719" y="72586"/>
                  </a:lnTo>
                  <a:lnTo>
                    <a:pt x="121187" y="59510"/>
                  </a:lnTo>
                  <a:lnTo>
                    <a:pt x="106276" y="31223"/>
                  </a:lnTo>
                  <a:lnTo>
                    <a:pt x="105542" y="21416"/>
                  </a:lnTo>
                  <a:lnTo>
                    <a:pt x="100472" y="16713"/>
                  </a:lnTo>
                  <a:lnTo>
                    <a:pt x="74387" y="18581"/>
                  </a:lnTo>
                  <a:lnTo>
                    <a:pt x="72552" y="9441"/>
                  </a:lnTo>
                  <a:lnTo>
                    <a:pt x="55873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5454367" y="3963295"/>
              <a:ext cx="632339" cy="640758"/>
            </a:xfrm>
            <a:custGeom>
              <a:avLst/>
              <a:gdLst/>
              <a:ahLst/>
              <a:cxnLst/>
              <a:rect l="l" t="t" r="r" b="b"/>
              <a:pathLst>
                <a:path w="37628" h="38129" extrusionOk="0">
                  <a:moveTo>
                    <a:pt x="0" y="1"/>
                  </a:moveTo>
                  <a:lnTo>
                    <a:pt x="2435" y="38128"/>
                  </a:lnTo>
                  <a:lnTo>
                    <a:pt x="37627" y="38128"/>
                  </a:lnTo>
                  <a:lnTo>
                    <a:pt x="33324" y="36227"/>
                  </a:lnTo>
                  <a:lnTo>
                    <a:pt x="27853" y="24619"/>
                  </a:lnTo>
                  <a:lnTo>
                    <a:pt x="21315" y="19915"/>
                  </a:lnTo>
                  <a:lnTo>
                    <a:pt x="18413" y="13010"/>
                  </a:lnTo>
                  <a:lnTo>
                    <a:pt x="15511" y="75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3216718" y="3999172"/>
              <a:ext cx="473699" cy="604879"/>
            </a:xfrm>
            <a:custGeom>
              <a:avLst/>
              <a:gdLst/>
              <a:ahLst/>
              <a:cxnLst/>
              <a:rect l="l" t="t" r="r" b="b"/>
              <a:pathLst>
                <a:path w="28188" h="35994" extrusionOk="0">
                  <a:moveTo>
                    <a:pt x="22016" y="1"/>
                  </a:moveTo>
                  <a:lnTo>
                    <a:pt x="18414" y="3970"/>
                  </a:lnTo>
                  <a:lnTo>
                    <a:pt x="12609" y="7239"/>
                  </a:lnTo>
                  <a:lnTo>
                    <a:pt x="0" y="35993"/>
                  </a:lnTo>
                  <a:lnTo>
                    <a:pt x="8440" y="35993"/>
                  </a:lnTo>
                  <a:lnTo>
                    <a:pt x="8440" y="35960"/>
                  </a:lnTo>
                  <a:lnTo>
                    <a:pt x="27854" y="35960"/>
                  </a:lnTo>
                  <a:lnTo>
                    <a:pt x="28187" y="24652"/>
                  </a:lnTo>
                  <a:lnTo>
                    <a:pt x="26386" y="18147"/>
                  </a:lnTo>
                  <a:lnTo>
                    <a:pt x="26386" y="701"/>
                  </a:lnTo>
                  <a:lnTo>
                    <a:pt x="22016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1"/>
            <p:cNvSpPr/>
            <p:nvPr/>
          </p:nvSpPr>
          <p:spPr>
            <a:xfrm>
              <a:off x="3358526" y="4304113"/>
              <a:ext cx="108779" cy="299919"/>
            </a:xfrm>
            <a:custGeom>
              <a:avLst/>
              <a:gdLst/>
              <a:ahLst/>
              <a:cxnLst/>
              <a:rect l="l" t="t" r="r" b="b"/>
              <a:pathLst>
                <a:path w="6473" h="17847" fill="none" extrusionOk="0">
                  <a:moveTo>
                    <a:pt x="1" y="17846"/>
                  </a:moveTo>
                  <a:lnTo>
                    <a:pt x="2603" y="7639"/>
                  </a:lnTo>
                  <a:lnTo>
                    <a:pt x="5038" y="6071"/>
                  </a:lnTo>
                  <a:lnTo>
                    <a:pt x="6472" y="0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1"/>
            <p:cNvSpPr/>
            <p:nvPr/>
          </p:nvSpPr>
          <p:spPr>
            <a:xfrm>
              <a:off x="3288471" y="4410045"/>
              <a:ext cx="68968" cy="195661"/>
            </a:xfrm>
            <a:custGeom>
              <a:avLst/>
              <a:gdLst/>
              <a:ahLst/>
              <a:cxnLst/>
              <a:rect l="l" t="t" r="r" b="b"/>
              <a:pathLst>
                <a:path w="4104" h="11643" fill="none" extrusionOk="0">
                  <a:moveTo>
                    <a:pt x="0" y="11642"/>
                  </a:moveTo>
                  <a:lnTo>
                    <a:pt x="4103" y="1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3514366" y="4010951"/>
              <a:ext cx="176032" cy="592527"/>
            </a:xfrm>
            <a:custGeom>
              <a:avLst/>
              <a:gdLst/>
              <a:ahLst/>
              <a:cxnLst/>
              <a:rect l="l" t="t" r="r" b="b"/>
              <a:pathLst>
                <a:path w="10475" h="35259" extrusionOk="0">
                  <a:moveTo>
                    <a:pt x="8673" y="0"/>
                  </a:moveTo>
                  <a:lnTo>
                    <a:pt x="5037" y="23250"/>
                  </a:lnTo>
                  <a:lnTo>
                    <a:pt x="1768" y="24318"/>
                  </a:lnTo>
                  <a:lnTo>
                    <a:pt x="701" y="30856"/>
                  </a:lnTo>
                  <a:lnTo>
                    <a:pt x="0" y="35259"/>
                  </a:lnTo>
                  <a:lnTo>
                    <a:pt x="10141" y="35259"/>
                  </a:lnTo>
                  <a:lnTo>
                    <a:pt x="10474" y="23951"/>
                  </a:lnTo>
                  <a:lnTo>
                    <a:pt x="8673" y="17446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4563673" y="3859598"/>
              <a:ext cx="336923" cy="535928"/>
            </a:xfrm>
            <a:custGeom>
              <a:avLst/>
              <a:gdLst/>
              <a:ahLst/>
              <a:cxnLst/>
              <a:rect l="l" t="t" r="r" b="b"/>
              <a:pathLst>
                <a:path w="20049" h="31891" extrusionOk="0">
                  <a:moveTo>
                    <a:pt x="5171" y="1"/>
                  </a:moveTo>
                  <a:lnTo>
                    <a:pt x="3303" y="6606"/>
                  </a:lnTo>
                  <a:lnTo>
                    <a:pt x="234" y="10809"/>
                  </a:lnTo>
                  <a:lnTo>
                    <a:pt x="1" y="26320"/>
                  </a:lnTo>
                  <a:lnTo>
                    <a:pt x="2936" y="31890"/>
                  </a:lnTo>
                  <a:cubicBezTo>
                    <a:pt x="5238" y="31890"/>
                    <a:pt x="7506" y="31724"/>
                    <a:pt x="9808" y="31390"/>
                  </a:cubicBezTo>
                  <a:cubicBezTo>
                    <a:pt x="11842" y="31090"/>
                    <a:pt x="13877" y="30556"/>
                    <a:pt x="15812" y="29755"/>
                  </a:cubicBezTo>
                  <a:cubicBezTo>
                    <a:pt x="17313" y="29122"/>
                    <a:pt x="18681" y="28121"/>
                    <a:pt x="19715" y="26820"/>
                  </a:cubicBezTo>
                  <a:cubicBezTo>
                    <a:pt x="19848" y="26653"/>
                    <a:pt x="19948" y="26486"/>
                    <a:pt x="20048" y="26320"/>
                  </a:cubicBezTo>
                  <a:lnTo>
                    <a:pt x="17180" y="13410"/>
                  </a:lnTo>
                  <a:lnTo>
                    <a:pt x="11542" y="8474"/>
                  </a:lnTo>
                  <a:lnTo>
                    <a:pt x="10608" y="4237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4786208" y="4140426"/>
              <a:ext cx="49339" cy="199576"/>
            </a:xfrm>
            <a:custGeom>
              <a:avLst/>
              <a:gdLst/>
              <a:ahLst/>
              <a:cxnLst/>
              <a:rect l="l" t="t" r="r" b="b"/>
              <a:pathLst>
                <a:path w="2936" h="11876" fill="none" extrusionOk="0">
                  <a:moveTo>
                    <a:pt x="0" y="1"/>
                  </a:moveTo>
                  <a:lnTo>
                    <a:pt x="901" y="5104"/>
                  </a:lnTo>
                  <a:lnTo>
                    <a:pt x="2602" y="5438"/>
                  </a:lnTo>
                  <a:lnTo>
                    <a:pt x="2235" y="9674"/>
                  </a:lnTo>
                  <a:lnTo>
                    <a:pt x="2936" y="11876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1"/>
            <p:cNvSpPr/>
            <p:nvPr/>
          </p:nvSpPr>
          <p:spPr>
            <a:xfrm>
              <a:off x="4775554" y="4081007"/>
              <a:ext cx="5058" cy="28619"/>
            </a:xfrm>
            <a:custGeom>
              <a:avLst/>
              <a:gdLst/>
              <a:ahLst/>
              <a:cxnLst/>
              <a:rect l="l" t="t" r="r" b="b"/>
              <a:pathLst>
                <a:path w="301" h="1703" fill="none" extrusionOk="0">
                  <a:moveTo>
                    <a:pt x="1" y="1"/>
                  </a:moveTo>
                  <a:lnTo>
                    <a:pt x="301" y="1702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1"/>
            <p:cNvSpPr/>
            <p:nvPr/>
          </p:nvSpPr>
          <p:spPr>
            <a:xfrm>
              <a:off x="4681385" y="3898835"/>
              <a:ext cx="23006" cy="233220"/>
            </a:xfrm>
            <a:custGeom>
              <a:avLst/>
              <a:gdLst/>
              <a:ahLst/>
              <a:cxnLst/>
              <a:rect l="l" t="t" r="r" b="b"/>
              <a:pathLst>
                <a:path w="1369" h="13878" fill="none" extrusionOk="0">
                  <a:moveTo>
                    <a:pt x="1" y="1"/>
                  </a:moveTo>
                  <a:lnTo>
                    <a:pt x="1368" y="13877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1"/>
            <p:cNvSpPr/>
            <p:nvPr/>
          </p:nvSpPr>
          <p:spPr>
            <a:xfrm>
              <a:off x="4317041" y="3860169"/>
              <a:ext cx="338033" cy="535911"/>
            </a:xfrm>
            <a:custGeom>
              <a:avLst/>
              <a:gdLst/>
              <a:ahLst/>
              <a:cxnLst/>
              <a:rect l="l" t="t" r="r" b="b"/>
              <a:pathLst>
                <a:path w="20115" h="31890" extrusionOk="0">
                  <a:moveTo>
                    <a:pt x="19881" y="0"/>
                  </a:moveTo>
                  <a:lnTo>
                    <a:pt x="17046" y="5171"/>
                  </a:lnTo>
                  <a:lnTo>
                    <a:pt x="13310" y="8440"/>
                  </a:lnTo>
                  <a:lnTo>
                    <a:pt x="10942" y="15244"/>
                  </a:lnTo>
                  <a:lnTo>
                    <a:pt x="7206" y="19714"/>
                  </a:lnTo>
                  <a:lnTo>
                    <a:pt x="6272" y="24418"/>
                  </a:lnTo>
                  <a:lnTo>
                    <a:pt x="1802" y="28154"/>
                  </a:lnTo>
                  <a:lnTo>
                    <a:pt x="1" y="30055"/>
                  </a:lnTo>
                  <a:cubicBezTo>
                    <a:pt x="1702" y="30422"/>
                    <a:pt x="3403" y="30722"/>
                    <a:pt x="5138" y="30989"/>
                  </a:cubicBezTo>
                  <a:cubicBezTo>
                    <a:pt x="9040" y="31589"/>
                    <a:pt x="12976" y="31890"/>
                    <a:pt x="16913" y="31890"/>
                  </a:cubicBezTo>
                  <a:cubicBezTo>
                    <a:pt x="17713" y="31890"/>
                    <a:pt x="18480" y="31856"/>
                    <a:pt x="19248" y="31823"/>
                  </a:cubicBezTo>
                  <a:lnTo>
                    <a:pt x="19181" y="27453"/>
                  </a:lnTo>
                  <a:lnTo>
                    <a:pt x="17747" y="25585"/>
                  </a:lnTo>
                  <a:lnTo>
                    <a:pt x="17747" y="12209"/>
                  </a:lnTo>
                  <a:lnTo>
                    <a:pt x="20115" y="9841"/>
                  </a:lnTo>
                  <a:lnTo>
                    <a:pt x="19881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1"/>
            <p:cNvSpPr/>
            <p:nvPr/>
          </p:nvSpPr>
          <p:spPr>
            <a:xfrm>
              <a:off x="5038452" y="3986837"/>
              <a:ext cx="836939" cy="617214"/>
            </a:xfrm>
            <a:custGeom>
              <a:avLst/>
              <a:gdLst/>
              <a:ahLst/>
              <a:cxnLst/>
              <a:rect l="l" t="t" r="r" b="b"/>
              <a:pathLst>
                <a:path w="49803" h="36728" extrusionOk="0">
                  <a:moveTo>
                    <a:pt x="8706" y="1"/>
                  </a:moveTo>
                  <a:lnTo>
                    <a:pt x="6538" y="2169"/>
                  </a:lnTo>
                  <a:lnTo>
                    <a:pt x="7973" y="14878"/>
                  </a:lnTo>
                  <a:lnTo>
                    <a:pt x="2535" y="23951"/>
                  </a:lnTo>
                  <a:lnTo>
                    <a:pt x="2535" y="29756"/>
                  </a:lnTo>
                  <a:lnTo>
                    <a:pt x="0" y="36294"/>
                  </a:lnTo>
                  <a:lnTo>
                    <a:pt x="12276" y="36727"/>
                  </a:lnTo>
                  <a:lnTo>
                    <a:pt x="30122" y="36727"/>
                  </a:lnTo>
                  <a:lnTo>
                    <a:pt x="49802" y="36694"/>
                  </a:lnTo>
                  <a:lnTo>
                    <a:pt x="24318" y="21416"/>
                  </a:lnTo>
                  <a:lnTo>
                    <a:pt x="18146" y="6539"/>
                  </a:lnTo>
                  <a:lnTo>
                    <a:pt x="13043" y="5805"/>
                  </a:lnTo>
                  <a:lnTo>
                    <a:pt x="8706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1"/>
            <p:cNvSpPr/>
            <p:nvPr/>
          </p:nvSpPr>
          <p:spPr>
            <a:xfrm>
              <a:off x="5362987" y="4364086"/>
              <a:ext cx="174369" cy="239370"/>
            </a:xfrm>
            <a:custGeom>
              <a:avLst/>
              <a:gdLst/>
              <a:ahLst/>
              <a:cxnLst/>
              <a:rect l="l" t="t" r="r" b="b"/>
              <a:pathLst>
                <a:path w="10376" h="14244" extrusionOk="0">
                  <a:moveTo>
                    <a:pt x="1068" y="0"/>
                  </a:moveTo>
                  <a:lnTo>
                    <a:pt x="1469" y="6005"/>
                  </a:lnTo>
                  <a:lnTo>
                    <a:pt x="1" y="9073"/>
                  </a:lnTo>
                  <a:lnTo>
                    <a:pt x="935" y="14244"/>
                  </a:lnTo>
                  <a:lnTo>
                    <a:pt x="10375" y="14244"/>
                  </a:lnTo>
                  <a:lnTo>
                    <a:pt x="2269" y="1201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1"/>
            <p:cNvSpPr/>
            <p:nvPr/>
          </p:nvSpPr>
          <p:spPr>
            <a:xfrm>
              <a:off x="5035091" y="4023285"/>
              <a:ext cx="210785" cy="581319"/>
            </a:xfrm>
            <a:custGeom>
              <a:avLst/>
              <a:gdLst/>
              <a:ahLst/>
              <a:cxnLst/>
              <a:rect l="l" t="t" r="r" b="b"/>
              <a:pathLst>
                <a:path w="12543" h="34592" extrusionOk="0">
                  <a:moveTo>
                    <a:pt x="6738" y="0"/>
                  </a:moveTo>
                  <a:lnTo>
                    <a:pt x="8173" y="12709"/>
                  </a:lnTo>
                  <a:lnTo>
                    <a:pt x="2735" y="21782"/>
                  </a:lnTo>
                  <a:lnTo>
                    <a:pt x="2735" y="27587"/>
                  </a:lnTo>
                  <a:lnTo>
                    <a:pt x="0" y="34458"/>
                  </a:lnTo>
                  <a:lnTo>
                    <a:pt x="10374" y="34592"/>
                  </a:lnTo>
                  <a:lnTo>
                    <a:pt x="10374" y="34592"/>
                  </a:lnTo>
                  <a:lnTo>
                    <a:pt x="8173" y="22149"/>
                  </a:lnTo>
                  <a:lnTo>
                    <a:pt x="12542" y="18146"/>
                  </a:lnTo>
                  <a:lnTo>
                    <a:pt x="6738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1"/>
            <p:cNvSpPr/>
            <p:nvPr/>
          </p:nvSpPr>
          <p:spPr>
            <a:xfrm>
              <a:off x="5257609" y="4084384"/>
              <a:ext cx="116055" cy="207424"/>
            </a:xfrm>
            <a:custGeom>
              <a:avLst/>
              <a:gdLst/>
              <a:ahLst/>
              <a:cxnLst/>
              <a:rect l="l" t="t" r="r" b="b"/>
              <a:pathLst>
                <a:path w="6906" h="12343" fill="none" extrusionOk="0">
                  <a:moveTo>
                    <a:pt x="1" y="0"/>
                  </a:moveTo>
                  <a:lnTo>
                    <a:pt x="3837" y="8106"/>
                  </a:lnTo>
                  <a:lnTo>
                    <a:pt x="5538" y="8273"/>
                  </a:lnTo>
                  <a:lnTo>
                    <a:pt x="6906" y="12342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1"/>
            <p:cNvSpPr/>
            <p:nvPr/>
          </p:nvSpPr>
          <p:spPr>
            <a:xfrm>
              <a:off x="5300779" y="4495813"/>
              <a:ext cx="10100" cy="31963"/>
            </a:xfrm>
            <a:custGeom>
              <a:avLst/>
              <a:gdLst/>
              <a:ahLst/>
              <a:cxnLst/>
              <a:rect l="l" t="t" r="r" b="b"/>
              <a:pathLst>
                <a:path w="601" h="1902" fill="none" extrusionOk="0">
                  <a:moveTo>
                    <a:pt x="0" y="0"/>
                  </a:moveTo>
                  <a:lnTo>
                    <a:pt x="601" y="1902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5262667" y="4248610"/>
              <a:ext cx="53826" cy="224246"/>
            </a:xfrm>
            <a:custGeom>
              <a:avLst/>
              <a:gdLst/>
              <a:ahLst/>
              <a:cxnLst/>
              <a:rect l="l" t="t" r="r" b="b"/>
              <a:pathLst>
                <a:path w="3203" h="13344" fill="none" extrusionOk="0">
                  <a:moveTo>
                    <a:pt x="0" y="1"/>
                  </a:moveTo>
                  <a:lnTo>
                    <a:pt x="1168" y="4604"/>
                  </a:lnTo>
                  <a:lnTo>
                    <a:pt x="3202" y="7973"/>
                  </a:lnTo>
                  <a:lnTo>
                    <a:pt x="834" y="10008"/>
                  </a:lnTo>
                  <a:lnTo>
                    <a:pt x="1868" y="13344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1"/>
            <p:cNvSpPr/>
            <p:nvPr/>
          </p:nvSpPr>
          <p:spPr>
            <a:xfrm>
              <a:off x="4301346" y="2381471"/>
              <a:ext cx="147447" cy="459684"/>
            </a:xfrm>
            <a:custGeom>
              <a:avLst/>
              <a:gdLst/>
              <a:ahLst/>
              <a:cxnLst/>
              <a:rect l="l" t="t" r="r" b="b"/>
              <a:pathLst>
                <a:path w="8774" h="27354" extrusionOk="0">
                  <a:moveTo>
                    <a:pt x="8440" y="1"/>
                  </a:moveTo>
                  <a:lnTo>
                    <a:pt x="1" y="10275"/>
                  </a:lnTo>
                  <a:lnTo>
                    <a:pt x="267" y="27354"/>
                  </a:lnTo>
                  <a:lnTo>
                    <a:pt x="8773" y="18047"/>
                  </a:lnTo>
                  <a:lnTo>
                    <a:pt x="8440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1"/>
            <p:cNvSpPr/>
            <p:nvPr/>
          </p:nvSpPr>
          <p:spPr>
            <a:xfrm>
              <a:off x="4349557" y="3126844"/>
              <a:ext cx="966422" cy="260830"/>
            </a:xfrm>
            <a:custGeom>
              <a:avLst/>
              <a:gdLst/>
              <a:ahLst/>
              <a:cxnLst/>
              <a:rect l="l" t="t" r="r" b="b"/>
              <a:pathLst>
                <a:path w="57508" h="15521" extrusionOk="0">
                  <a:moveTo>
                    <a:pt x="21782" y="1"/>
                  </a:moveTo>
                  <a:cubicBezTo>
                    <a:pt x="20393" y="1"/>
                    <a:pt x="19003" y="70"/>
                    <a:pt x="17613" y="209"/>
                  </a:cubicBezTo>
                  <a:cubicBezTo>
                    <a:pt x="16279" y="309"/>
                    <a:pt x="14978" y="543"/>
                    <a:pt x="13677" y="843"/>
                  </a:cubicBezTo>
                  <a:cubicBezTo>
                    <a:pt x="12676" y="1110"/>
                    <a:pt x="11709" y="1443"/>
                    <a:pt x="10775" y="1877"/>
                  </a:cubicBezTo>
                  <a:cubicBezTo>
                    <a:pt x="10041" y="2244"/>
                    <a:pt x="9340" y="2711"/>
                    <a:pt x="8706" y="3245"/>
                  </a:cubicBezTo>
                  <a:lnTo>
                    <a:pt x="0" y="10917"/>
                  </a:lnTo>
                  <a:cubicBezTo>
                    <a:pt x="601" y="10416"/>
                    <a:pt x="1268" y="9983"/>
                    <a:pt x="1968" y="9616"/>
                  </a:cubicBezTo>
                  <a:cubicBezTo>
                    <a:pt x="2869" y="9216"/>
                    <a:pt x="3803" y="8882"/>
                    <a:pt x="4737" y="8648"/>
                  </a:cubicBezTo>
                  <a:cubicBezTo>
                    <a:pt x="5971" y="8348"/>
                    <a:pt x="7205" y="8115"/>
                    <a:pt x="8440" y="8015"/>
                  </a:cubicBezTo>
                  <a:cubicBezTo>
                    <a:pt x="10041" y="7848"/>
                    <a:pt x="11609" y="7815"/>
                    <a:pt x="13210" y="7815"/>
                  </a:cubicBezTo>
                  <a:cubicBezTo>
                    <a:pt x="17012" y="7881"/>
                    <a:pt x="20848" y="8181"/>
                    <a:pt x="24618" y="8815"/>
                  </a:cubicBezTo>
                  <a:cubicBezTo>
                    <a:pt x="27753" y="9316"/>
                    <a:pt x="30822" y="10016"/>
                    <a:pt x="33891" y="10950"/>
                  </a:cubicBezTo>
                  <a:cubicBezTo>
                    <a:pt x="36626" y="11784"/>
                    <a:pt x="39028" y="12618"/>
                    <a:pt x="41063" y="13452"/>
                  </a:cubicBezTo>
                  <a:cubicBezTo>
                    <a:pt x="43131" y="14252"/>
                    <a:pt x="44832" y="14986"/>
                    <a:pt x="46233" y="15520"/>
                  </a:cubicBezTo>
                  <a:lnTo>
                    <a:pt x="57508" y="8215"/>
                  </a:lnTo>
                  <a:cubicBezTo>
                    <a:pt x="56040" y="7614"/>
                    <a:pt x="54239" y="6847"/>
                    <a:pt x="52071" y="5980"/>
                  </a:cubicBezTo>
                  <a:cubicBezTo>
                    <a:pt x="49869" y="5146"/>
                    <a:pt x="47367" y="4212"/>
                    <a:pt x="44465" y="3345"/>
                  </a:cubicBezTo>
                  <a:cubicBezTo>
                    <a:pt x="41263" y="2377"/>
                    <a:pt x="37961" y="1643"/>
                    <a:pt x="34658" y="1076"/>
                  </a:cubicBezTo>
                  <a:cubicBezTo>
                    <a:pt x="30689" y="443"/>
                    <a:pt x="26653" y="76"/>
                    <a:pt x="22616" y="9"/>
                  </a:cubicBezTo>
                  <a:cubicBezTo>
                    <a:pt x="22338" y="3"/>
                    <a:pt x="22060" y="1"/>
                    <a:pt x="21782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1"/>
            <p:cNvSpPr/>
            <p:nvPr/>
          </p:nvSpPr>
          <p:spPr>
            <a:xfrm>
              <a:off x="3677482" y="2957141"/>
              <a:ext cx="1240545" cy="1470958"/>
            </a:xfrm>
            <a:custGeom>
              <a:avLst/>
              <a:gdLst/>
              <a:ahLst/>
              <a:cxnLst/>
              <a:rect l="l" t="t" r="r" b="b"/>
              <a:pathLst>
                <a:path w="73820" h="87531" extrusionOk="0">
                  <a:moveTo>
                    <a:pt x="13910" y="1"/>
                  </a:moveTo>
                  <a:cubicBezTo>
                    <a:pt x="13783" y="156"/>
                    <a:pt x="13658" y="312"/>
                    <a:pt x="13535" y="470"/>
                  </a:cubicBezTo>
                  <a:lnTo>
                    <a:pt x="13535" y="470"/>
                  </a:lnTo>
                  <a:lnTo>
                    <a:pt x="13910" y="1"/>
                  </a:lnTo>
                  <a:close/>
                  <a:moveTo>
                    <a:pt x="13535" y="470"/>
                  </a:moveTo>
                  <a:lnTo>
                    <a:pt x="7138" y="8473"/>
                  </a:lnTo>
                  <a:cubicBezTo>
                    <a:pt x="5971" y="9941"/>
                    <a:pt x="4937" y="11509"/>
                    <a:pt x="4036" y="13143"/>
                  </a:cubicBezTo>
                  <a:cubicBezTo>
                    <a:pt x="3136" y="14778"/>
                    <a:pt x="2368" y="16513"/>
                    <a:pt x="1801" y="18280"/>
                  </a:cubicBezTo>
                  <a:cubicBezTo>
                    <a:pt x="1201" y="20115"/>
                    <a:pt x="734" y="21983"/>
                    <a:pt x="467" y="23851"/>
                  </a:cubicBezTo>
                  <a:cubicBezTo>
                    <a:pt x="167" y="25819"/>
                    <a:pt x="0" y="27821"/>
                    <a:pt x="33" y="29822"/>
                  </a:cubicBezTo>
                  <a:cubicBezTo>
                    <a:pt x="33" y="34692"/>
                    <a:pt x="1168" y="39529"/>
                    <a:pt x="3369" y="43932"/>
                  </a:cubicBezTo>
                  <a:cubicBezTo>
                    <a:pt x="5537" y="48035"/>
                    <a:pt x="8573" y="51638"/>
                    <a:pt x="12242" y="54506"/>
                  </a:cubicBezTo>
                  <a:cubicBezTo>
                    <a:pt x="16245" y="57642"/>
                    <a:pt x="20648" y="60210"/>
                    <a:pt x="25351" y="62112"/>
                  </a:cubicBezTo>
                  <a:cubicBezTo>
                    <a:pt x="30522" y="64280"/>
                    <a:pt x="35892" y="65981"/>
                    <a:pt x="41396" y="67282"/>
                  </a:cubicBezTo>
                  <a:cubicBezTo>
                    <a:pt x="45399" y="68250"/>
                    <a:pt x="48835" y="69184"/>
                    <a:pt x="51670" y="70151"/>
                  </a:cubicBezTo>
                  <a:cubicBezTo>
                    <a:pt x="54039" y="70885"/>
                    <a:pt x="56340" y="71885"/>
                    <a:pt x="58542" y="73086"/>
                  </a:cubicBezTo>
                  <a:cubicBezTo>
                    <a:pt x="60043" y="73887"/>
                    <a:pt x="61377" y="75021"/>
                    <a:pt x="62411" y="76389"/>
                  </a:cubicBezTo>
                  <a:cubicBezTo>
                    <a:pt x="63212" y="77556"/>
                    <a:pt x="63645" y="78924"/>
                    <a:pt x="63645" y="80358"/>
                  </a:cubicBezTo>
                  <a:cubicBezTo>
                    <a:pt x="63679" y="81159"/>
                    <a:pt x="63545" y="81993"/>
                    <a:pt x="63312" y="82760"/>
                  </a:cubicBezTo>
                  <a:cubicBezTo>
                    <a:pt x="63045" y="83494"/>
                    <a:pt x="62645" y="84161"/>
                    <a:pt x="62178" y="84728"/>
                  </a:cubicBezTo>
                  <a:cubicBezTo>
                    <a:pt x="61644" y="85362"/>
                    <a:pt x="61010" y="85896"/>
                    <a:pt x="60343" y="86329"/>
                  </a:cubicBezTo>
                  <a:cubicBezTo>
                    <a:pt x="59772" y="86702"/>
                    <a:pt x="59163" y="87019"/>
                    <a:pt x="58532" y="87280"/>
                  </a:cubicBezTo>
                  <a:lnTo>
                    <a:pt x="58532" y="87280"/>
                  </a:lnTo>
                  <a:lnTo>
                    <a:pt x="67715" y="83794"/>
                  </a:lnTo>
                  <a:cubicBezTo>
                    <a:pt x="68616" y="83460"/>
                    <a:pt x="69483" y="82993"/>
                    <a:pt x="70284" y="82493"/>
                  </a:cubicBezTo>
                  <a:cubicBezTo>
                    <a:pt x="71017" y="82026"/>
                    <a:pt x="71651" y="81459"/>
                    <a:pt x="72218" y="80825"/>
                  </a:cubicBezTo>
                  <a:cubicBezTo>
                    <a:pt x="72752" y="80191"/>
                    <a:pt x="73152" y="79491"/>
                    <a:pt x="73419" y="78724"/>
                  </a:cubicBezTo>
                  <a:cubicBezTo>
                    <a:pt x="73686" y="77923"/>
                    <a:pt x="73819" y="77056"/>
                    <a:pt x="73786" y="76189"/>
                  </a:cubicBezTo>
                  <a:cubicBezTo>
                    <a:pt x="73786" y="74687"/>
                    <a:pt x="73319" y="73220"/>
                    <a:pt x="72452" y="71986"/>
                  </a:cubicBezTo>
                  <a:cubicBezTo>
                    <a:pt x="71551" y="70718"/>
                    <a:pt x="70217" y="69550"/>
                    <a:pt x="68349" y="68483"/>
                  </a:cubicBezTo>
                  <a:cubicBezTo>
                    <a:pt x="66047" y="67182"/>
                    <a:pt x="63612" y="66148"/>
                    <a:pt x="61110" y="65347"/>
                  </a:cubicBezTo>
                  <a:cubicBezTo>
                    <a:pt x="58108" y="64347"/>
                    <a:pt x="54506" y="63346"/>
                    <a:pt x="50236" y="62279"/>
                  </a:cubicBezTo>
                  <a:cubicBezTo>
                    <a:pt x="44432" y="60944"/>
                    <a:pt x="38761" y="59110"/>
                    <a:pt x="33257" y="56808"/>
                  </a:cubicBezTo>
                  <a:cubicBezTo>
                    <a:pt x="28020" y="54606"/>
                    <a:pt x="23317" y="51938"/>
                    <a:pt x="19381" y="48769"/>
                  </a:cubicBezTo>
                  <a:cubicBezTo>
                    <a:pt x="15478" y="45700"/>
                    <a:pt x="12275" y="41897"/>
                    <a:pt x="9974" y="37528"/>
                  </a:cubicBezTo>
                  <a:cubicBezTo>
                    <a:pt x="7639" y="32891"/>
                    <a:pt x="6405" y="27754"/>
                    <a:pt x="6405" y="22584"/>
                  </a:cubicBezTo>
                  <a:cubicBezTo>
                    <a:pt x="6371" y="20449"/>
                    <a:pt x="6505" y="18347"/>
                    <a:pt x="6838" y="16279"/>
                  </a:cubicBezTo>
                  <a:cubicBezTo>
                    <a:pt x="7138" y="14278"/>
                    <a:pt x="7605" y="12310"/>
                    <a:pt x="8239" y="10375"/>
                  </a:cubicBezTo>
                  <a:cubicBezTo>
                    <a:pt x="9443" y="6796"/>
                    <a:pt x="11217" y="3428"/>
                    <a:pt x="13535" y="470"/>
                  </a:cubicBezTo>
                  <a:close/>
                  <a:moveTo>
                    <a:pt x="58532" y="87280"/>
                  </a:moveTo>
                  <a:lnTo>
                    <a:pt x="57875" y="87530"/>
                  </a:lnTo>
                  <a:cubicBezTo>
                    <a:pt x="58096" y="87453"/>
                    <a:pt x="58315" y="87370"/>
                    <a:pt x="58532" y="8728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1"/>
            <p:cNvSpPr/>
            <p:nvPr/>
          </p:nvSpPr>
          <p:spPr>
            <a:xfrm>
              <a:off x="3783415" y="2381471"/>
              <a:ext cx="1794387" cy="2221554"/>
            </a:xfrm>
            <a:custGeom>
              <a:avLst/>
              <a:gdLst/>
              <a:ahLst/>
              <a:cxnLst/>
              <a:rect l="l" t="t" r="r" b="b"/>
              <a:pathLst>
                <a:path w="106777" h="132196" extrusionOk="0">
                  <a:moveTo>
                    <a:pt x="39295" y="1"/>
                  </a:moveTo>
                  <a:lnTo>
                    <a:pt x="39629" y="18047"/>
                  </a:lnTo>
                  <a:cubicBezTo>
                    <a:pt x="33791" y="18848"/>
                    <a:pt x="28121" y="20449"/>
                    <a:pt x="22750" y="22851"/>
                  </a:cubicBezTo>
                  <a:cubicBezTo>
                    <a:pt x="18113" y="24885"/>
                    <a:pt x="13877" y="27754"/>
                    <a:pt x="10275" y="31290"/>
                  </a:cubicBezTo>
                  <a:cubicBezTo>
                    <a:pt x="6939" y="34559"/>
                    <a:pt x="4337" y="38462"/>
                    <a:pt x="2602" y="42798"/>
                  </a:cubicBezTo>
                  <a:cubicBezTo>
                    <a:pt x="868" y="47268"/>
                    <a:pt x="1" y="52038"/>
                    <a:pt x="101" y="56842"/>
                  </a:cubicBezTo>
                  <a:cubicBezTo>
                    <a:pt x="101" y="62012"/>
                    <a:pt x="1335" y="67149"/>
                    <a:pt x="3670" y="71786"/>
                  </a:cubicBezTo>
                  <a:cubicBezTo>
                    <a:pt x="5971" y="76155"/>
                    <a:pt x="9174" y="79958"/>
                    <a:pt x="13077" y="83027"/>
                  </a:cubicBezTo>
                  <a:cubicBezTo>
                    <a:pt x="17013" y="86196"/>
                    <a:pt x="21716" y="88864"/>
                    <a:pt x="26953" y="91066"/>
                  </a:cubicBezTo>
                  <a:cubicBezTo>
                    <a:pt x="32457" y="93368"/>
                    <a:pt x="38128" y="95202"/>
                    <a:pt x="43932" y="96537"/>
                  </a:cubicBezTo>
                  <a:cubicBezTo>
                    <a:pt x="48202" y="97604"/>
                    <a:pt x="51804" y="98605"/>
                    <a:pt x="54806" y="99605"/>
                  </a:cubicBezTo>
                  <a:cubicBezTo>
                    <a:pt x="57308" y="100406"/>
                    <a:pt x="59743" y="101440"/>
                    <a:pt x="62045" y="102741"/>
                  </a:cubicBezTo>
                  <a:cubicBezTo>
                    <a:pt x="63913" y="103808"/>
                    <a:pt x="65247" y="104976"/>
                    <a:pt x="66148" y="106244"/>
                  </a:cubicBezTo>
                  <a:cubicBezTo>
                    <a:pt x="67015" y="107478"/>
                    <a:pt x="67482" y="108945"/>
                    <a:pt x="67482" y="110447"/>
                  </a:cubicBezTo>
                  <a:cubicBezTo>
                    <a:pt x="67549" y="112014"/>
                    <a:pt x="67082" y="113549"/>
                    <a:pt x="66148" y="114783"/>
                  </a:cubicBezTo>
                  <a:cubicBezTo>
                    <a:pt x="65114" y="116084"/>
                    <a:pt x="63746" y="117085"/>
                    <a:pt x="62212" y="117718"/>
                  </a:cubicBezTo>
                  <a:cubicBezTo>
                    <a:pt x="60310" y="118519"/>
                    <a:pt x="58275" y="119086"/>
                    <a:pt x="56241" y="119353"/>
                  </a:cubicBezTo>
                  <a:cubicBezTo>
                    <a:pt x="53739" y="119720"/>
                    <a:pt x="51204" y="119887"/>
                    <a:pt x="48669" y="119887"/>
                  </a:cubicBezTo>
                  <a:cubicBezTo>
                    <a:pt x="44732" y="119887"/>
                    <a:pt x="40796" y="119586"/>
                    <a:pt x="36894" y="119019"/>
                  </a:cubicBezTo>
                  <a:cubicBezTo>
                    <a:pt x="33158" y="118452"/>
                    <a:pt x="29455" y="117652"/>
                    <a:pt x="25786" y="116618"/>
                  </a:cubicBezTo>
                  <a:cubicBezTo>
                    <a:pt x="22250" y="115650"/>
                    <a:pt x="18881" y="114483"/>
                    <a:pt x="15745" y="113282"/>
                  </a:cubicBezTo>
                  <a:cubicBezTo>
                    <a:pt x="12610" y="112081"/>
                    <a:pt x="9674" y="110780"/>
                    <a:pt x="7039" y="109546"/>
                  </a:cubicBezTo>
                  <a:lnTo>
                    <a:pt x="1735" y="132195"/>
                  </a:lnTo>
                  <a:lnTo>
                    <a:pt x="97503" y="132195"/>
                  </a:lnTo>
                  <a:cubicBezTo>
                    <a:pt x="100472" y="128860"/>
                    <a:pt x="102807" y="124990"/>
                    <a:pt x="104375" y="120821"/>
                  </a:cubicBezTo>
                  <a:cubicBezTo>
                    <a:pt x="106010" y="116351"/>
                    <a:pt x="106777" y="111614"/>
                    <a:pt x="106610" y="106877"/>
                  </a:cubicBezTo>
                  <a:cubicBezTo>
                    <a:pt x="106477" y="101807"/>
                    <a:pt x="105709" y="97304"/>
                    <a:pt x="104208" y="93234"/>
                  </a:cubicBezTo>
                  <a:cubicBezTo>
                    <a:pt x="102674" y="89198"/>
                    <a:pt x="100339" y="85495"/>
                    <a:pt x="97303" y="82427"/>
                  </a:cubicBezTo>
                  <a:cubicBezTo>
                    <a:pt x="94201" y="79224"/>
                    <a:pt x="90232" y="76422"/>
                    <a:pt x="85295" y="73920"/>
                  </a:cubicBezTo>
                  <a:cubicBezTo>
                    <a:pt x="80325" y="71419"/>
                    <a:pt x="74387" y="69184"/>
                    <a:pt x="67349" y="67182"/>
                  </a:cubicBezTo>
                  <a:cubicBezTo>
                    <a:pt x="62812" y="65848"/>
                    <a:pt x="58876" y="64580"/>
                    <a:pt x="55473" y="63380"/>
                  </a:cubicBezTo>
                  <a:cubicBezTo>
                    <a:pt x="52571" y="62379"/>
                    <a:pt x="49769" y="61178"/>
                    <a:pt x="47034" y="59810"/>
                  </a:cubicBezTo>
                  <a:cubicBezTo>
                    <a:pt x="44766" y="58609"/>
                    <a:pt x="43098" y="57442"/>
                    <a:pt x="41964" y="56241"/>
                  </a:cubicBezTo>
                  <a:cubicBezTo>
                    <a:pt x="40830" y="55040"/>
                    <a:pt x="40263" y="53839"/>
                    <a:pt x="40229" y="52538"/>
                  </a:cubicBezTo>
                  <a:cubicBezTo>
                    <a:pt x="40196" y="51504"/>
                    <a:pt x="40429" y="50437"/>
                    <a:pt x="40896" y="49503"/>
                  </a:cubicBezTo>
                  <a:cubicBezTo>
                    <a:pt x="41463" y="48402"/>
                    <a:pt x="42331" y="47502"/>
                    <a:pt x="43398" y="46834"/>
                  </a:cubicBezTo>
                  <a:cubicBezTo>
                    <a:pt x="44933" y="45934"/>
                    <a:pt x="46600" y="45300"/>
                    <a:pt x="48335" y="45000"/>
                  </a:cubicBezTo>
                  <a:cubicBezTo>
                    <a:pt x="50643" y="44561"/>
                    <a:pt x="53003" y="44353"/>
                    <a:pt x="55346" y="44353"/>
                  </a:cubicBezTo>
                  <a:cubicBezTo>
                    <a:pt x="55678" y="44353"/>
                    <a:pt x="56010" y="44358"/>
                    <a:pt x="56341" y="44366"/>
                  </a:cubicBezTo>
                  <a:cubicBezTo>
                    <a:pt x="60377" y="44433"/>
                    <a:pt x="64413" y="44766"/>
                    <a:pt x="68383" y="45433"/>
                  </a:cubicBezTo>
                  <a:cubicBezTo>
                    <a:pt x="71685" y="45967"/>
                    <a:pt x="74987" y="46734"/>
                    <a:pt x="78190" y="47702"/>
                  </a:cubicBezTo>
                  <a:cubicBezTo>
                    <a:pt x="81092" y="48569"/>
                    <a:pt x="83627" y="49503"/>
                    <a:pt x="85795" y="50337"/>
                  </a:cubicBezTo>
                  <a:cubicBezTo>
                    <a:pt x="87963" y="51204"/>
                    <a:pt x="89765" y="51971"/>
                    <a:pt x="91232" y="52572"/>
                  </a:cubicBezTo>
                  <a:lnTo>
                    <a:pt x="97437" y="24618"/>
                  </a:lnTo>
                  <a:cubicBezTo>
                    <a:pt x="95502" y="23785"/>
                    <a:pt x="93401" y="22951"/>
                    <a:pt x="91099" y="22150"/>
                  </a:cubicBezTo>
                  <a:cubicBezTo>
                    <a:pt x="88797" y="21383"/>
                    <a:pt x="86295" y="20616"/>
                    <a:pt x="83560" y="19948"/>
                  </a:cubicBezTo>
                  <a:cubicBezTo>
                    <a:pt x="80792" y="19281"/>
                    <a:pt x="77789" y="18714"/>
                    <a:pt x="74487" y="18214"/>
                  </a:cubicBezTo>
                  <a:cubicBezTo>
                    <a:pt x="71185" y="17680"/>
                    <a:pt x="67582" y="17347"/>
                    <a:pt x="63613" y="17113"/>
                  </a:cubicBezTo>
                  <a:lnTo>
                    <a:pt x="63246" y="568"/>
                  </a:lnTo>
                  <a:lnTo>
                    <a:pt x="392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46000">
                  <a:schemeClr val="lt2"/>
                </a:gs>
                <a:gs pos="66000">
                  <a:schemeClr val="accent1"/>
                </a:gs>
                <a:gs pos="100000">
                  <a:schemeClr val="accent2"/>
                </a:gs>
              </a:gsLst>
              <a:lin ang="5400700" scaled="0"/>
            </a:gra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3713913" y="4221706"/>
              <a:ext cx="187796" cy="381205"/>
            </a:xfrm>
            <a:custGeom>
              <a:avLst/>
              <a:gdLst/>
              <a:ahLst/>
              <a:cxnLst/>
              <a:rect l="l" t="t" r="r" b="b"/>
              <a:pathLst>
                <a:path w="11175" h="22684" extrusionOk="0">
                  <a:moveTo>
                    <a:pt x="11175" y="1"/>
                  </a:moveTo>
                  <a:lnTo>
                    <a:pt x="4370" y="4270"/>
                  </a:lnTo>
                  <a:lnTo>
                    <a:pt x="0" y="22683"/>
                  </a:lnTo>
                  <a:lnTo>
                    <a:pt x="5871" y="22683"/>
                  </a:lnTo>
                  <a:lnTo>
                    <a:pt x="11175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5709972" y="4603425"/>
              <a:ext cx="15141" cy="5075"/>
            </a:xfrm>
            <a:custGeom>
              <a:avLst/>
              <a:gdLst/>
              <a:ahLst/>
              <a:cxnLst/>
              <a:rect l="l" t="t" r="r" b="b"/>
              <a:pathLst>
                <a:path w="901" h="302" extrusionOk="0">
                  <a:moveTo>
                    <a:pt x="901" y="1"/>
                  </a:moveTo>
                  <a:lnTo>
                    <a:pt x="0" y="34"/>
                  </a:lnTo>
                  <a:lnTo>
                    <a:pt x="467" y="301"/>
                  </a:lnTo>
                  <a:lnTo>
                    <a:pt x="767" y="101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5485185" y="3295153"/>
              <a:ext cx="42063" cy="54381"/>
            </a:xfrm>
            <a:custGeom>
              <a:avLst/>
              <a:gdLst/>
              <a:ahLst/>
              <a:cxnLst/>
              <a:rect l="l" t="t" r="r" b="b"/>
              <a:pathLst>
                <a:path w="2503" h="3236" extrusionOk="0">
                  <a:moveTo>
                    <a:pt x="1502" y="0"/>
                  </a:moveTo>
                  <a:lnTo>
                    <a:pt x="1" y="1168"/>
                  </a:lnTo>
                  <a:lnTo>
                    <a:pt x="1669" y="3236"/>
                  </a:lnTo>
                  <a:lnTo>
                    <a:pt x="1869" y="3102"/>
                  </a:lnTo>
                  <a:lnTo>
                    <a:pt x="2436" y="2669"/>
                  </a:lnTo>
                  <a:lnTo>
                    <a:pt x="2169" y="2035"/>
                  </a:lnTo>
                  <a:lnTo>
                    <a:pt x="2503" y="1234"/>
                  </a:lnTo>
                  <a:lnTo>
                    <a:pt x="150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5485185" y="3295153"/>
              <a:ext cx="42063" cy="54381"/>
            </a:xfrm>
            <a:custGeom>
              <a:avLst/>
              <a:gdLst/>
              <a:ahLst/>
              <a:cxnLst/>
              <a:rect l="l" t="t" r="r" b="b"/>
              <a:pathLst>
                <a:path w="2503" h="3236" fill="none" extrusionOk="0">
                  <a:moveTo>
                    <a:pt x="1669" y="3236"/>
                  </a:moveTo>
                  <a:lnTo>
                    <a:pt x="1" y="1168"/>
                  </a:lnTo>
                  <a:lnTo>
                    <a:pt x="1502" y="0"/>
                  </a:lnTo>
                  <a:lnTo>
                    <a:pt x="2503" y="1234"/>
                  </a:lnTo>
                  <a:lnTo>
                    <a:pt x="2169" y="2035"/>
                  </a:lnTo>
                  <a:lnTo>
                    <a:pt x="2436" y="2669"/>
                  </a:lnTo>
                  <a:lnTo>
                    <a:pt x="1869" y="3102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5513214" y="3339986"/>
              <a:ext cx="337478" cy="347006"/>
            </a:xfrm>
            <a:custGeom>
              <a:avLst/>
              <a:gdLst/>
              <a:ahLst/>
              <a:cxnLst/>
              <a:rect l="l" t="t" r="r" b="b"/>
              <a:pathLst>
                <a:path w="20082" h="20649" extrusionOk="0">
                  <a:moveTo>
                    <a:pt x="801" y="1"/>
                  </a:moveTo>
                  <a:lnTo>
                    <a:pt x="1" y="568"/>
                  </a:lnTo>
                  <a:lnTo>
                    <a:pt x="4938" y="6739"/>
                  </a:lnTo>
                  <a:lnTo>
                    <a:pt x="10275" y="6405"/>
                  </a:lnTo>
                  <a:lnTo>
                    <a:pt x="9107" y="12243"/>
                  </a:lnTo>
                  <a:lnTo>
                    <a:pt x="4270" y="15945"/>
                  </a:lnTo>
                  <a:lnTo>
                    <a:pt x="12176" y="20649"/>
                  </a:lnTo>
                  <a:lnTo>
                    <a:pt x="13777" y="15612"/>
                  </a:lnTo>
                  <a:lnTo>
                    <a:pt x="20082" y="9407"/>
                  </a:lnTo>
                  <a:lnTo>
                    <a:pt x="17647" y="6339"/>
                  </a:lnTo>
                  <a:lnTo>
                    <a:pt x="13510" y="4137"/>
                  </a:lnTo>
                  <a:cubicBezTo>
                    <a:pt x="13510" y="4137"/>
                    <a:pt x="12417" y="3200"/>
                    <a:pt x="11984" y="3200"/>
                  </a:cubicBezTo>
                  <a:cubicBezTo>
                    <a:pt x="11969" y="3200"/>
                    <a:pt x="11955" y="3201"/>
                    <a:pt x="11943" y="3203"/>
                  </a:cubicBezTo>
                  <a:cubicBezTo>
                    <a:pt x="11509" y="3270"/>
                    <a:pt x="5938" y="4204"/>
                    <a:pt x="5938" y="4204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5736304" y="3387071"/>
              <a:ext cx="73455" cy="103720"/>
            </a:xfrm>
            <a:custGeom>
              <a:avLst/>
              <a:gdLst/>
              <a:ahLst/>
              <a:cxnLst/>
              <a:rect l="l" t="t" r="r" b="b"/>
              <a:pathLst>
                <a:path w="4371" h="6172" extrusionOk="0">
                  <a:moveTo>
                    <a:pt x="1835" y="1"/>
                  </a:moveTo>
                  <a:lnTo>
                    <a:pt x="935" y="1902"/>
                  </a:lnTo>
                  <a:lnTo>
                    <a:pt x="635" y="1602"/>
                  </a:lnTo>
                  <a:lnTo>
                    <a:pt x="1" y="6172"/>
                  </a:lnTo>
                  <a:lnTo>
                    <a:pt x="1" y="6172"/>
                  </a:lnTo>
                  <a:lnTo>
                    <a:pt x="4371" y="3503"/>
                  </a:lnTo>
                  <a:lnTo>
                    <a:pt x="3937" y="2836"/>
                  </a:lnTo>
                  <a:lnTo>
                    <a:pt x="4037" y="1402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5736304" y="3439196"/>
              <a:ext cx="42617" cy="51591"/>
            </a:xfrm>
            <a:custGeom>
              <a:avLst/>
              <a:gdLst/>
              <a:ahLst/>
              <a:cxnLst/>
              <a:rect l="l" t="t" r="r" b="b"/>
              <a:pathLst>
                <a:path w="2536" h="3070" extrusionOk="0">
                  <a:moveTo>
                    <a:pt x="401" y="1"/>
                  </a:moveTo>
                  <a:lnTo>
                    <a:pt x="1" y="3070"/>
                  </a:lnTo>
                  <a:lnTo>
                    <a:pt x="2536" y="150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5851780" y="3289624"/>
              <a:ext cx="234329" cy="158757"/>
            </a:xfrm>
            <a:custGeom>
              <a:avLst/>
              <a:gdLst/>
              <a:ahLst/>
              <a:cxnLst/>
              <a:rect l="l" t="t" r="r" b="b"/>
              <a:pathLst>
                <a:path w="13944" h="9447" extrusionOk="0">
                  <a:moveTo>
                    <a:pt x="2531" y="1"/>
                  </a:moveTo>
                  <a:cubicBezTo>
                    <a:pt x="1136" y="1"/>
                    <a:pt x="34" y="1296"/>
                    <a:pt x="34" y="1296"/>
                  </a:cubicBezTo>
                  <a:lnTo>
                    <a:pt x="0" y="1964"/>
                  </a:lnTo>
                  <a:cubicBezTo>
                    <a:pt x="934" y="2497"/>
                    <a:pt x="1501" y="3498"/>
                    <a:pt x="1501" y="4565"/>
                  </a:cubicBezTo>
                  <a:cubicBezTo>
                    <a:pt x="1468" y="6300"/>
                    <a:pt x="1935" y="9269"/>
                    <a:pt x="4337" y="9436"/>
                  </a:cubicBezTo>
                  <a:cubicBezTo>
                    <a:pt x="4447" y="9443"/>
                    <a:pt x="4556" y="9447"/>
                    <a:pt x="4664" y="9447"/>
                  </a:cubicBezTo>
                  <a:cubicBezTo>
                    <a:pt x="6941" y="9447"/>
                    <a:pt x="8690" y="7817"/>
                    <a:pt x="9040" y="6734"/>
                  </a:cubicBezTo>
                  <a:cubicBezTo>
                    <a:pt x="9184" y="6290"/>
                    <a:pt x="9521" y="6127"/>
                    <a:pt x="9877" y="6127"/>
                  </a:cubicBezTo>
                  <a:cubicBezTo>
                    <a:pt x="10431" y="6127"/>
                    <a:pt x="11029" y="6522"/>
                    <a:pt x="11008" y="6867"/>
                  </a:cubicBezTo>
                  <a:cubicBezTo>
                    <a:pt x="10982" y="7294"/>
                    <a:pt x="10805" y="8105"/>
                    <a:pt x="11248" y="8105"/>
                  </a:cubicBezTo>
                  <a:cubicBezTo>
                    <a:pt x="11359" y="8105"/>
                    <a:pt x="11509" y="8055"/>
                    <a:pt x="11709" y="7935"/>
                  </a:cubicBezTo>
                  <a:cubicBezTo>
                    <a:pt x="12710" y="7367"/>
                    <a:pt x="13944" y="4766"/>
                    <a:pt x="12343" y="2297"/>
                  </a:cubicBezTo>
                  <a:cubicBezTo>
                    <a:pt x="11772" y="1398"/>
                    <a:pt x="11059" y="1083"/>
                    <a:pt x="10316" y="1083"/>
                  </a:cubicBezTo>
                  <a:cubicBezTo>
                    <a:pt x="9019" y="1083"/>
                    <a:pt x="7629" y="2043"/>
                    <a:pt x="6739" y="2531"/>
                  </a:cubicBezTo>
                  <a:cubicBezTo>
                    <a:pt x="6464" y="2681"/>
                    <a:pt x="6264" y="2748"/>
                    <a:pt x="6105" y="2748"/>
                  </a:cubicBezTo>
                  <a:cubicBezTo>
                    <a:pt x="5451" y="2748"/>
                    <a:pt x="5486" y="1616"/>
                    <a:pt x="3903" y="463"/>
                  </a:cubicBezTo>
                  <a:cubicBezTo>
                    <a:pt x="3434" y="128"/>
                    <a:pt x="2968" y="1"/>
                    <a:pt x="2531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5754250" y="3281811"/>
              <a:ext cx="112123" cy="146943"/>
            </a:xfrm>
            <a:custGeom>
              <a:avLst/>
              <a:gdLst/>
              <a:ahLst/>
              <a:cxnLst/>
              <a:rect l="l" t="t" r="r" b="b"/>
              <a:pathLst>
                <a:path w="6672" h="8744" extrusionOk="0">
                  <a:moveTo>
                    <a:pt x="3567" y="0"/>
                  </a:moveTo>
                  <a:cubicBezTo>
                    <a:pt x="2789" y="0"/>
                    <a:pt x="1955" y="355"/>
                    <a:pt x="1201" y="1294"/>
                  </a:cubicBezTo>
                  <a:cubicBezTo>
                    <a:pt x="1201" y="1294"/>
                    <a:pt x="0" y="3996"/>
                    <a:pt x="234" y="5598"/>
                  </a:cubicBezTo>
                  <a:cubicBezTo>
                    <a:pt x="467" y="7165"/>
                    <a:pt x="334" y="8400"/>
                    <a:pt x="1168" y="8700"/>
                  </a:cubicBezTo>
                  <a:cubicBezTo>
                    <a:pt x="1240" y="8730"/>
                    <a:pt x="1327" y="8744"/>
                    <a:pt x="1426" y="8744"/>
                  </a:cubicBezTo>
                  <a:cubicBezTo>
                    <a:pt x="2432" y="8744"/>
                    <a:pt x="4691" y="7303"/>
                    <a:pt x="5237" y="6331"/>
                  </a:cubicBezTo>
                  <a:cubicBezTo>
                    <a:pt x="5838" y="5264"/>
                    <a:pt x="6672" y="3696"/>
                    <a:pt x="6438" y="2228"/>
                  </a:cubicBezTo>
                  <a:cubicBezTo>
                    <a:pt x="6286" y="1249"/>
                    <a:pt x="5026" y="0"/>
                    <a:pt x="3567" y="0"/>
                  </a:cubicBez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5774432" y="3344388"/>
              <a:ext cx="8419" cy="12503"/>
            </a:xfrm>
            <a:custGeom>
              <a:avLst/>
              <a:gdLst/>
              <a:ahLst/>
              <a:cxnLst/>
              <a:rect l="l" t="t" r="r" b="b"/>
              <a:pathLst>
                <a:path w="501" h="744" extrusionOk="0">
                  <a:moveTo>
                    <a:pt x="335" y="0"/>
                  </a:moveTo>
                  <a:cubicBezTo>
                    <a:pt x="240" y="0"/>
                    <a:pt x="127" y="126"/>
                    <a:pt x="67" y="306"/>
                  </a:cubicBezTo>
                  <a:cubicBezTo>
                    <a:pt x="0" y="506"/>
                    <a:pt x="33" y="706"/>
                    <a:pt x="167" y="739"/>
                  </a:cubicBezTo>
                  <a:cubicBezTo>
                    <a:pt x="176" y="742"/>
                    <a:pt x="184" y="744"/>
                    <a:pt x="194" y="744"/>
                  </a:cubicBezTo>
                  <a:cubicBezTo>
                    <a:pt x="290" y="744"/>
                    <a:pt x="406" y="589"/>
                    <a:pt x="467" y="406"/>
                  </a:cubicBezTo>
                  <a:cubicBezTo>
                    <a:pt x="500" y="206"/>
                    <a:pt x="467" y="39"/>
                    <a:pt x="367" y="6"/>
                  </a:cubicBezTo>
                  <a:cubicBezTo>
                    <a:pt x="357" y="2"/>
                    <a:pt x="346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5806931" y="3357848"/>
              <a:ext cx="8436" cy="12503"/>
            </a:xfrm>
            <a:custGeom>
              <a:avLst/>
              <a:gdLst/>
              <a:ahLst/>
              <a:cxnLst/>
              <a:rect l="l" t="t" r="r" b="b"/>
              <a:pathLst>
                <a:path w="502" h="744" extrusionOk="0">
                  <a:moveTo>
                    <a:pt x="341" y="1"/>
                  </a:moveTo>
                  <a:cubicBezTo>
                    <a:pt x="245" y="1"/>
                    <a:pt x="128" y="153"/>
                    <a:pt x="68" y="305"/>
                  </a:cubicBezTo>
                  <a:cubicBezTo>
                    <a:pt x="1" y="505"/>
                    <a:pt x="34" y="706"/>
                    <a:pt x="134" y="739"/>
                  </a:cubicBezTo>
                  <a:cubicBezTo>
                    <a:pt x="143" y="742"/>
                    <a:pt x="152" y="743"/>
                    <a:pt x="161" y="743"/>
                  </a:cubicBezTo>
                  <a:cubicBezTo>
                    <a:pt x="257" y="743"/>
                    <a:pt x="374" y="588"/>
                    <a:pt x="434" y="405"/>
                  </a:cubicBezTo>
                  <a:cubicBezTo>
                    <a:pt x="501" y="205"/>
                    <a:pt x="468" y="5"/>
                    <a:pt x="368" y="5"/>
                  </a:cubicBezTo>
                  <a:cubicBezTo>
                    <a:pt x="359" y="2"/>
                    <a:pt x="350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5779473" y="3357361"/>
              <a:ext cx="12906" cy="21880"/>
            </a:xfrm>
            <a:custGeom>
              <a:avLst/>
              <a:gdLst/>
              <a:ahLst/>
              <a:cxnLst/>
              <a:rect l="l" t="t" r="r" b="b"/>
              <a:pathLst>
                <a:path w="768" h="1302" fill="none" extrusionOk="0">
                  <a:moveTo>
                    <a:pt x="634" y="1"/>
                  </a:moveTo>
                  <a:cubicBezTo>
                    <a:pt x="634" y="1"/>
                    <a:pt x="768" y="67"/>
                    <a:pt x="601" y="401"/>
                  </a:cubicBezTo>
                  <a:cubicBezTo>
                    <a:pt x="401" y="735"/>
                    <a:pt x="0" y="601"/>
                    <a:pt x="34" y="901"/>
                  </a:cubicBezTo>
                  <a:cubicBezTo>
                    <a:pt x="100" y="1168"/>
                    <a:pt x="601" y="1302"/>
                    <a:pt x="601" y="1302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5773860" y="3387642"/>
              <a:ext cx="21326" cy="10654"/>
            </a:xfrm>
            <a:custGeom>
              <a:avLst/>
              <a:gdLst/>
              <a:ahLst/>
              <a:cxnLst/>
              <a:rect l="l" t="t" r="r" b="b"/>
              <a:pathLst>
                <a:path w="1269" h="634" fill="none" extrusionOk="0">
                  <a:moveTo>
                    <a:pt x="1" y="0"/>
                  </a:moveTo>
                  <a:cubicBezTo>
                    <a:pt x="1" y="0"/>
                    <a:pt x="668" y="634"/>
                    <a:pt x="1268" y="467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5804141" y="3348405"/>
              <a:ext cx="20754" cy="5058"/>
            </a:xfrm>
            <a:custGeom>
              <a:avLst/>
              <a:gdLst/>
              <a:ahLst/>
              <a:cxnLst/>
              <a:rect l="l" t="t" r="r" b="b"/>
              <a:pathLst>
                <a:path w="1235" h="301" fill="none" extrusionOk="0">
                  <a:moveTo>
                    <a:pt x="1234" y="300"/>
                  </a:move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5777221" y="3331013"/>
              <a:ext cx="10117" cy="8991"/>
            </a:xfrm>
            <a:custGeom>
              <a:avLst/>
              <a:gdLst/>
              <a:ahLst/>
              <a:cxnLst/>
              <a:rect l="l" t="t" r="r" b="b"/>
              <a:pathLst>
                <a:path w="602" h="535" fill="none" extrusionOk="0">
                  <a:moveTo>
                    <a:pt x="601" y="535"/>
                  </a:move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5767693" y="3281811"/>
              <a:ext cx="97553" cy="91268"/>
            </a:xfrm>
            <a:custGeom>
              <a:avLst/>
              <a:gdLst/>
              <a:ahLst/>
              <a:cxnLst/>
              <a:rect l="l" t="t" r="r" b="b"/>
              <a:pathLst>
                <a:path w="5805" h="5431" extrusionOk="0">
                  <a:moveTo>
                    <a:pt x="2767" y="0"/>
                  </a:moveTo>
                  <a:cubicBezTo>
                    <a:pt x="1989" y="0"/>
                    <a:pt x="1155" y="355"/>
                    <a:pt x="401" y="1294"/>
                  </a:cubicBezTo>
                  <a:cubicBezTo>
                    <a:pt x="401" y="1294"/>
                    <a:pt x="201" y="1728"/>
                    <a:pt x="1" y="2295"/>
                  </a:cubicBezTo>
                  <a:cubicBezTo>
                    <a:pt x="427" y="2072"/>
                    <a:pt x="1051" y="1836"/>
                    <a:pt x="1722" y="1836"/>
                  </a:cubicBezTo>
                  <a:cubicBezTo>
                    <a:pt x="2154" y="1836"/>
                    <a:pt x="2605" y="1934"/>
                    <a:pt x="3036" y="2195"/>
                  </a:cubicBezTo>
                  <a:cubicBezTo>
                    <a:pt x="4137" y="2896"/>
                    <a:pt x="4704" y="4463"/>
                    <a:pt x="4938" y="5431"/>
                  </a:cubicBezTo>
                  <a:cubicBezTo>
                    <a:pt x="5405" y="4463"/>
                    <a:pt x="5805" y="3329"/>
                    <a:pt x="5638" y="2228"/>
                  </a:cubicBezTo>
                  <a:cubicBezTo>
                    <a:pt x="5486" y="1249"/>
                    <a:pt x="4226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5834960" y="3365612"/>
              <a:ext cx="24855" cy="25460"/>
            </a:xfrm>
            <a:custGeom>
              <a:avLst/>
              <a:gdLst/>
              <a:ahLst/>
              <a:cxnLst/>
              <a:rect l="l" t="t" r="r" b="b"/>
              <a:pathLst>
                <a:path w="1479" h="1515" extrusionOk="0">
                  <a:moveTo>
                    <a:pt x="1288" y="1"/>
                  </a:moveTo>
                  <a:cubicBezTo>
                    <a:pt x="1042" y="1"/>
                    <a:pt x="634" y="377"/>
                    <a:pt x="634" y="377"/>
                  </a:cubicBezTo>
                  <a:lnTo>
                    <a:pt x="1" y="1278"/>
                  </a:lnTo>
                  <a:cubicBezTo>
                    <a:pt x="1" y="1278"/>
                    <a:pt x="1" y="1514"/>
                    <a:pt x="195" y="1514"/>
                  </a:cubicBezTo>
                  <a:cubicBezTo>
                    <a:pt x="208" y="1514"/>
                    <a:pt x="220" y="1513"/>
                    <a:pt x="234" y="1511"/>
                  </a:cubicBezTo>
                  <a:cubicBezTo>
                    <a:pt x="434" y="1478"/>
                    <a:pt x="1435" y="1044"/>
                    <a:pt x="1468" y="310"/>
                  </a:cubicBezTo>
                  <a:cubicBezTo>
                    <a:pt x="1479" y="80"/>
                    <a:pt x="1400" y="1"/>
                    <a:pt x="128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5834960" y="3358487"/>
              <a:ext cx="25241" cy="33089"/>
            </a:xfrm>
            <a:custGeom>
              <a:avLst/>
              <a:gdLst/>
              <a:ahLst/>
              <a:cxnLst/>
              <a:rect l="l" t="t" r="r" b="b"/>
              <a:pathLst>
                <a:path w="1502" h="1969" fill="none" extrusionOk="0">
                  <a:moveTo>
                    <a:pt x="634" y="801"/>
                  </a:moveTo>
                  <a:cubicBezTo>
                    <a:pt x="634" y="801"/>
                    <a:pt x="1502" y="0"/>
                    <a:pt x="1468" y="734"/>
                  </a:cubicBezTo>
                  <a:cubicBezTo>
                    <a:pt x="1435" y="1468"/>
                    <a:pt x="434" y="1902"/>
                    <a:pt x="234" y="1935"/>
                  </a:cubicBezTo>
                  <a:cubicBezTo>
                    <a:pt x="1" y="1969"/>
                    <a:pt x="1" y="1702"/>
                    <a:pt x="1" y="1702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5785640" y="3498061"/>
              <a:ext cx="65035" cy="172671"/>
            </a:xfrm>
            <a:custGeom>
              <a:avLst/>
              <a:gdLst/>
              <a:ahLst/>
              <a:cxnLst/>
              <a:rect l="l" t="t" r="r" b="b"/>
              <a:pathLst>
                <a:path w="3870" h="10275" extrusionOk="0">
                  <a:moveTo>
                    <a:pt x="3870" y="0"/>
                  </a:moveTo>
                  <a:lnTo>
                    <a:pt x="0" y="3770"/>
                  </a:lnTo>
                  <a:lnTo>
                    <a:pt x="501" y="9474"/>
                  </a:lnTo>
                  <a:cubicBezTo>
                    <a:pt x="567" y="9941"/>
                    <a:pt x="934" y="10274"/>
                    <a:pt x="1401" y="10274"/>
                  </a:cubicBezTo>
                  <a:lnTo>
                    <a:pt x="1701" y="10274"/>
                  </a:lnTo>
                  <a:cubicBezTo>
                    <a:pt x="2135" y="10241"/>
                    <a:pt x="2469" y="9941"/>
                    <a:pt x="2535" y="9507"/>
                  </a:cubicBezTo>
                  <a:lnTo>
                    <a:pt x="3870" y="0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5721735" y="3572603"/>
              <a:ext cx="102595" cy="98225"/>
            </a:xfrm>
            <a:custGeom>
              <a:avLst/>
              <a:gdLst/>
              <a:ahLst/>
              <a:cxnLst/>
              <a:rect l="l" t="t" r="r" b="b"/>
              <a:pathLst>
                <a:path w="6105" h="5845" extrusionOk="0">
                  <a:moveTo>
                    <a:pt x="968" y="1"/>
                  </a:moveTo>
                  <a:lnTo>
                    <a:pt x="1" y="801"/>
                  </a:lnTo>
                  <a:lnTo>
                    <a:pt x="4137" y="5572"/>
                  </a:lnTo>
                  <a:cubicBezTo>
                    <a:pt x="4282" y="5746"/>
                    <a:pt x="4504" y="5845"/>
                    <a:pt x="4736" y="5845"/>
                  </a:cubicBezTo>
                  <a:cubicBezTo>
                    <a:pt x="4770" y="5845"/>
                    <a:pt x="4803" y="5843"/>
                    <a:pt x="4837" y="5838"/>
                  </a:cubicBezTo>
                  <a:lnTo>
                    <a:pt x="5171" y="5838"/>
                  </a:lnTo>
                  <a:cubicBezTo>
                    <a:pt x="5738" y="5805"/>
                    <a:pt x="6105" y="5305"/>
                    <a:pt x="5971" y="4771"/>
                  </a:cubicBezTo>
                  <a:lnTo>
                    <a:pt x="5271" y="3770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5721735" y="3572603"/>
              <a:ext cx="102595" cy="98679"/>
            </a:xfrm>
            <a:custGeom>
              <a:avLst/>
              <a:gdLst/>
              <a:ahLst/>
              <a:cxnLst/>
              <a:rect l="l" t="t" r="r" b="b"/>
              <a:pathLst>
                <a:path w="6105" h="5872" fill="none" extrusionOk="0">
                  <a:moveTo>
                    <a:pt x="5271" y="3770"/>
                  </a:moveTo>
                  <a:lnTo>
                    <a:pt x="968" y="1"/>
                  </a:lnTo>
                  <a:lnTo>
                    <a:pt x="1" y="801"/>
                  </a:lnTo>
                  <a:lnTo>
                    <a:pt x="4137" y="5572"/>
                  </a:lnTo>
                  <a:cubicBezTo>
                    <a:pt x="4304" y="5772"/>
                    <a:pt x="4570" y="5872"/>
                    <a:pt x="4837" y="5838"/>
                  </a:cubicBezTo>
                  <a:lnTo>
                    <a:pt x="5171" y="5838"/>
                  </a:lnTo>
                  <a:cubicBezTo>
                    <a:pt x="5738" y="5805"/>
                    <a:pt x="6105" y="5305"/>
                    <a:pt x="5971" y="4771"/>
                  </a:cubicBezTo>
                  <a:lnTo>
                    <a:pt x="5971" y="4771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5683052" y="3541213"/>
              <a:ext cx="54952" cy="44869"/>
            </a:xfrm>
            <a:custGeom>
              <a:avLst/>
              <a:gdLst/>
              <a:ahLst/>
              <a:cxnLst/>
              <a:rect l="l" t="t" r="r" b="b"/>
              <a:pathLst>
                <a:path w="3270" h="2670" extrusionOk="0">
                  <a:moveTo>
                    <a:pt x="1" y="1"/>
                  </a:moveTo>
                  <a:lnTo>
                    <a:pt x="34" y="1369"/>
                  </a:lnTo>
                  <a:lnTo>
                    <a:pt x="1102" y="2269"/>
                  </a:lnTo>
                  <a:lnTo>
                    <a:pt x="1802" y="2369"/>
                  </a:lnTo>
                  <a:lnTo>
                    <a:pt x="2303" y="2669"/>
                  </a:lnTo>
                  <a:lnTo>
                    <a:pt x="3270" y="1869"/>
                  </a:lnTo>
                  <a:lnTo>
                    <a:pt x="2269" y="2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1"/>
            <p:cNvSpPr/>
            <p:nvPr/>
          </p:nvSpPr>
          <p:spPr>
            <a:xfrm>
              <a:off x="5455476" y="3656690"/>
              <a:ext cx="205189" cy="318421"/>
            </a:xfrm>
            <a:custGeom>
              <a:avLst/>
              <a:gdLst/>
              <a:ahLst/>
              <a:cxnLst/>
              <a:rect l="l" t="t" r="r" b="b"/>
              <a:pathLst>
                <a:path w="12210" h="18948" extrusionOk="0">
                  <a:moveTo>
                    <a:pt x="4704" y="1"/>
                  </a:moveTo>
                  <a:cubicBezTo>
                    <a:pt x="4704" y="1"/>
                    <a:pt x="1" y="6138"/>
                    <a:pt x="268" y="7172"/>
                  </a:cubicBezTo>
                  <a:cubicBezTo>
                    <a:pt x="501" y="8173"/>
                    <a:pt x="7406" y="18947"/>
                    <a:pt x="7406" y="18947"/>
                  </a:cubicBezTo>
                  <a:lnTo>
                    <a:pt x="8374" y="18314"/>
                  </a:lnTo>
                  <a:lnTo>
                    <a:pt x="4571" y="6472"/>
                  </a:lnTo>
                  <a:lnTo>
                    <a:pt x="12210" y="3436"/>
                  </a:lnTo>
                  <a:lnTo>
                    <a:pt x="4704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1"/>
            <p:cNvSpPr/>
            <p:nvPr/>
          </p:nvSpPr>
          <p:spPr>
            <a:xfrm>
              <a:off x="5598410" y="3694801"/>
              <a:ext cx="52163" cy="41508"/>
            </a:xfrm>
            <a:custGeom>
              <a:avLst/>
              <a:gdLst/>
              <a:ahLst/>
              <a:cxnLst/>
              <a:rect l="l" t="t" r="r" b="b"/>
              <a:pathLst>
                <a:path w="3104" h="2470" extrusionOk="0">
                  <a:moveTo>
                    <a:pt x="1" y="1"/>
                  </a:moveTo>
                  <a:lnTo>
                    <a:pt x="568" y="2469"/>
                  </a:lnTo>
                  <a:lnTo>
                    <a:pt x="3103" y="15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5542369" y="3963866"/>
              <a:ext cx="88579" cy="72866"/>
            </a:xfrm>
            <a:custGeom>
              <a:avLst/>
              <a:gdLst/>
              <a:ahLst/>
              <a:cxnLst/>
              <a:rect l="l" t="t" r="r" b="b"/>
              <a:pathLst>
                <a:path w="5271" h="4336" extrusionOk="0">
                  <a:moveTo>
                    <a:pt x="3203" y="0"/>
                  </a:moveTo>
                  <a:lnTo>
                    <a:pt x="2235" y="634"/>
                  </a:lnTo>
                  <a:lnTo>
                    <a:pt x="1001" y="2736"/>
                  </a:lnTo>
                  <a:cubicBezTo>
                    <a:pt x="1001" y="2736"/>
                    <a:pt x="0" y="4237"/>
                    <a:pt x="300" y="4303"/>
                  </a:cubicBezTo>
                  <a:cubicBezTo>
                    <a:pt x="360" y="4325"/>
                    <a:pt x="429" y="4336"/>
                    <a:pt x="505" y="4336"/>
                  </a:cubicBezTo>
                  <a:cubicBezTo>
                    <a:pt x="1233" y="4336"/>
                    <a:pt x="2613" y="3405"/>
                    <a:pt x="3036" y="3102"/>
                  </a:cubicBezTo>
                  <a:cubicBezTo>
                    <a:pt x="3503" y="2769"/>
                    <a:pt x="4036" y="2535"/>
                    <a:pt x="4337" y="2335"/>
                  </a:cubicBezTo>
                  <a:cubicBezTo>
                    <a:pt x="4637" y="2102"/>
                    <a:pt x="5271" y="1968"/>
                    <a:pt x="4403" y="1168"/>
                  </a:cubicBezTo>
                  <a:cubicBezTo>
                    <a:pt x="4137" y="934"/>
                    <a:pt x="3203" y="0"/>
                    <a:pt x="3203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5490445" y="3565411"/>
              <a:ext cx="243101" cy="281887"/>
            </a:xfrm>
            <a:custGeom>
              <a:avLst/>
              <a:gdLst/>
              <a:ahLst/>
              <a:cxnLst/>
              <a:rect l="l" t="t" r="r" b="b"/>
              <a:pathLst>
                <a:path w="14466" h="16774" extrusionOk="0">
                  <a:moveTo>
                    <a:pt x="747" y="1"/>
                  </a:moveTo>
                  <a:cubicBezTo>
                    <a:pt x="262" y="1"/>
                    <a:pt x="1" y="127"/>
                    <a:pt x="21" y="429"/>
                  </a:cubicBezTo>
                  <a:cubicBezTo>
                    <a:pt x="88" y="1396"/>
                    <a:pt x="7026" y="16774"/>
                    <a:pt x="7026" y="16774"/>
                  </a:cubicBezTo>
                  <a:lnTo>
                    <a:pt x="8227" y="16374"/>
                  </a:lnTo>
                  <a:lnTo>
                    <a:pt x="6393" y="7901"/>
                  </a:lnTo>
                  <a:lnTo>
                    <a:pt x="6393" y="7901"/>
                  </a:lnTo>
                  <a:cubicBezTo>
                    <a:pt x="6393" y="7901"/>
                    <a:pt x="8284" y="9212"/>
                    <a:pt x="10134" y="9212"/>
                  </a:cubicBezTo>
                  <a:cubicBezTo>
                    <a:pt x="10589" y="9212"/>
                    <a:pt x="11042" y="9133"/>
                    <a:pt x="11463" y="8935"/>
                  </a:cubicBezTo>
                  <a:cubicBezTo>
                    <a:pt x="13631" y="7934"/>
                    <a:pt x="14465" y="5199"/>
                    <a:pt x="14298" y="4265"/>
                  </a:cubicBezTo>
                  <a:lnTo>
                    <a:pt x="13131" y="3464"/>
                  </a:lnTo>
                  <a:cubicBezTo>
                    <a:pt x="10996" y="2630"/>
                    <a:pt x="8828" y="1897"/>
                    <a:pt x="6626" y="1330"/>
                  </a:cubicBezTo>
                  <a:cubicBezTo>
                    <a:pt x="3986" y="618"/>
                    <a:pt x="1819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5489672" y="3556354"/>
              <a:ext cx="243874" cy="290945"/>
            </a:xfrm>
            <a:custGeom>
              <a:avLst/>
              <a:gdLst/>
              <a:ahLst/>
              <a:cxnLst/>
              <a:rect l="l" t="t" r="r" b="b"/>
              <a:pathLst>
                <a:path w="14512" h="17313" fill="none" extrusionOk="0">
                  <a:moveTo>
                    <a:pt x="13177" y="4003"/>
                  </a:moveTo>
                  <a:cubicBezTo>
                    <a:pt x="11042" y="3169"/>
                    <a:pt x="8874" y="2436"/>
                    <a:pt x="6672" y="1869"/>
                  </a:cubicBezTo>
                  <a:cubicBezTo>
                    <a:pt x="2836" y="834"/>
                    <a:pt x="1" y="1"/>
                    <a:pt x="67" y="968"/>
                  </a:cubicBezTo>
                  <a:cubicBezTo>
                    <a:pt x="134" y="1935"/>
                    <a:pt x="7072" y="17313"/>
                    <a:pt x="7072" y="17313"/>
                  </a:cubicBezTo>
                  <a:lnTo>
                    <a:pt x="8273" y="16913"/>
                  </a:lnTo>
                  <a:lnTo>
                    <a:pt x="6439" y="8440"/>
                  </a:lnTo>
                  <a:cubicBezTo>
                    <a:pt x="6439" y="8440"/>
                    <a:pt x="9374" y="10475"/>
                    <a:pt x="11509" y="9474"/>
                  </a:cubicBezTo>
                  <a:cubicBezTo>
                    <a:pt x="13677" y="8473"/>
                    <a:pt x="14511" y="5738"/>
                    <a:pt x="14344" y="4804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1"/>
            <p:cNvSpPr/>
            <p:nvPr/>
          </p:nvSpPr>
          <p:spPr>
            <a:xfrm>
              <a:off x="5490411" y="3565293"/>
              <a:ext cx="138305" cy="282005"/>
            </a:xfrm>
            <a:custGeom>
              <a:avLst/>
              <a:gdLst/>
              <a:ahLst/>
              <a:cxnLst/>
              <a:rect l="l" t="t" r="r" b="b"/>
              <a:pathLst>
                <a:path w="8230" h="16781" extrusionOk="0">
                  <a:moveTo>
                    <a:pt x="762" y="1"/>
                  </a:moveTo>
                  <a:cubicBezTo>
                    <a:pt x="267" y="1"/>
                    <a:pt x="1" y="130"/>
                    <a:pt x="23" y="436"/>
                  </a:cubicBezTo>
                  <a:cubicBezTo>
                    <a:pt x="90" y="1403"/>
                    <a:pt x="7028" y="16781"/>
                    <a:pt x="7028" y="16781"/>
                  </a:cubicBezTo>
                  <a:lnTo>
                    <a:pt x="8229" y="16381"/>
                  </a:lnTo>
                  <a:lnTo>
                    <a:pt x="6395" y="7908"/>
                  </a:lnTo>
                  <a:cubicBezTo>
                    <a:pt x="7028" y="6407"/>
                    <a:pt x="6361" y="3205"/>
                    <a:pt x="5794" y="1103"/>
                  </a:cubicBezTo>
                  <a:cubicBezTo>
                    <a:pt x="3548" y="487"/>
                    <a:pt x="1724" y="1"/>
                    <a:pt x="762" y="1"/>
                  </a:cubicBez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1"/>
            <p:cNvSpPr/>
            <p:nvPr/>
          </p:nvSpPr>
          <p:spPr>
            <a:xfrm>
              <a:off x="5547410" y="3625300"/>
              <a:ext cx="50465" cy="72883"/>
            </a:xfrm>
            <a:custGeom>
              <a:avLst/>
              <a:gdLst/>
              <a:ahLst/>
              <a:cxnLst/>
              <a:rect l="l" t="t" r="r" b="b"/>
              <a:pathLst>
                <a:path w="3003" h="4337" extrusionOk="0">
                  <a:moveTo>
                    <a:pt x="3003" y="4337"/>
                  </a:move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5547410" y="3625300"/>
              <a:ext cx="50465" cy="72883"/>
            </a:xfrm>
            <a:custGeom>
              <a:avLst/>
              <a:gdLst/>
              <a:ahLst/>
              <a:cxnLst/>
              <a:rect l="l" t="t" r="r" b="b"/>
              <a:pathLst>
                <a:path w="3003" h="4337" fill="none" extrusionOk="0">
                  <a:moveTo>
                    <a:pt x="3003" y="4337"/>
                  </a:moveTo>
                  <a:lnTo>
                    <a:pt x="0" y="0"/>
                  </a:ln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1"/>
            <p:cNvSpPr/>
            <p:nvPr/>
          </p:nvSpPr>
          <p:spPr>
            <a:xfrm>
              <a:off x="5551897" y="3840542"/>
              <a:ext cx="98679" cy="80815"/>
            </a:xfrm>
            <a:custGeom>
              <a:avLst/>
              <a:gdLst/>
              <a:ahLst/>
              <a:cxnLst/>
              <a:rect l="l" t="t" r="r" b="b"/>
              <a:pathLst>
                <a:path w="5872" h="4809" extrusionOk="0">
                  <a:moveTo>
                    <a:pt x="4570" y="1"/>
                  </a:moveTo>
                  <a:lnTo>
                    <a:pt x="3369" y="401"/>
                  </a:lnTo>
                  <a:lnTo>
                    <a:pt x="2269" y="2502"/>
                  </a:lnTo>
                  <a:cubicBezTo>
                    <a:pt x="2269" y="2502"/>
                    <a:pt x="0" y="4671"/>
                    <a:pt x="501" y="4804"/>
                  </a:cubicBezTo>
                  <a:cubicBezTo>
                    <a:pt x="514" y="4807"/>
                    <a:pt x="530" y="4808"/>
                    <a:pt x="549" y="4808"/>
                  </a:cubicBezTo>
                  <a:cubicBezTo>
                    <a:pt x="1226" y="4808"/>
                    <a:pt x="5246" y="3091"/>
                    <a:pt x="5571" y="2669"/>
                  </a:cubicBezTo>
                  <a:cubicBezTo>
                    <a:pt x="5871" y="2236"/>
                    <a:pt x="4570" y="1"/>
                    <a:pt x="4570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1"/>
            <p:cNvSpPr/>
            <p:nvPr/>
          </p:nvSpPr>
          <p:spPr>
            <a:xfrm>
              <a:off x="5521062" y="3332710"/>
              <a:ext cx="177158" cy="210214"/>
            </a:xfrm>
            <a:custGeom>
              <a:avLst/>
              <a:gdLst/>
              <a:ahLst/>
              <a:cxnLst/>
              <a:rect l="l" t="t" r="r" b="b"/>
              <a:pathLst>
                <a:path w="10542" h="12509" fill="none" extrusionOk="0">
                  <a:moveTo>
                    <a:pt x="1" y="0"/>
                  </a:moveTo>
                  <a:lnTo>
                    <a:pt x="10542" y="12509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1"/>
            <p:cNvSpPr/>
            <p:nvPr/>
          </p:nvSpPr>
          <p:spPr>
            <a:xfrm>
              <a:off x="4977907" y="2680800"/>
              <a:ext cx="518535" cy="620575"/>
            </a:xfrm>
            <a:custGeom>
              <a:avLst/>
              <a:gdLst/>
              <a:ahLst/>
              <a:cxnLst/>
              <a:rect l="l" t="t" r="r" b="b"/>
              <a:pathLst>
                <a:path w="30856" h="36928" fill="none" extrusionOk="0">
                  <a:moveTo>
                    <a:pt x="1" y="1"/>
                  </a:moveTo>
                  <a:lnTo>
                    <a:pt x="30856" y="36927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1"/>
            <p:cNvSpPr/>
            <p:nvPr/>
          </p:nvSpPr>
          <p:spPr>
            <a:xfrm>
              <a:off x="5713333" y="3581022"/>
              <a:ext cx="17" cy="1023055"/>
            </a:xfrm>
            <a:custGeom>
              <a:avLst/>
              <a:gdLst/>
              <a:ahLst/>
              <a:cxnLst/>
              <a:rect l="l" t="t" r="r" b="b"/>
              <a:pathLst>
                <a:path w="1" h="60878" fill="none" extrusionOk="0">
                  <a:moveTo>
                    <a:pt x="0" y="0"/>
                  </a:moveTo>
                  <a:lnTo>
                    <a:pt x="0" y="60877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1"/>
            <p:cNvSpPr/>
            <p:nvPr/>
          </p:nvSpPr>
          <p:spPr>
            <a:xfrm>
              <a:off x="3880390" y="3296262"/>
              <a:ext cx="182754" cy="1300539"/>
            </a:xfrm>
            <a:custGeom>
              <a:avLst/>
              <a:gdLst/>
              <a:ahLst/>
              <a:cxnLst/>
              <a:rect l="l" t="t" r="r" b="b"/>
              <a:pathLst>
                <a:path w="10875" h="77390" fill="none" extrusionOk="0">
                  <a:moveTo>
                    <a:pt x="8640" y="1"/>
                  </a:moveTo>
                  <a:cubicBezTo>
                    <a:pt x="8640" y="1"/>
                    <a:pt x="10875" y="12977"/>
                    <a:pt x="8440" y="17113"/>
                  </a:cubicBezTo>
                  <a:cubicBezTo>
                    <a:pt x="6038" y="21216"/>
                    <a:pt x="0" y="18247"/>
                    <a:pt x="0" y="18247"/>
                  </a:cubicBezTo>
                  <a:lnTo>
                    <a:pt x="0" y="77390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1"/>
            <p:cNvSpPr/>
            <p:nvPr/>
          </p:nvSpPr>
          <p:spPr>
            <a:xfrm>
              <a:off x="3756226" y="3377123"/>
              <a:ext cx="100074" cy="113669"/>
            </a:xfrm>
            <a:custGeom>
              <a:avLst/>
              <a:gdLst/>
              <a:ahLst/>
              <a:cxnLst/>
              <a:rect l="l" t="t" r="r" b="b"/>
              <a:pathLst>
                <a:path w="5955" h="6764" extrusionOk="0">
                  <a:moveTo>
                    <a:pt x="3720" y="1"/>
                  </a:moveTo>
                  <a:cubicBezTo>
                    <a:pt x="3211" y="1"/>
                    <a:pt x="2719" y="59"/>
                    <a:pt x="2719" y="59"/>
                  </a:cubicBezTo>
                  <a:cubicBezTo>
                    <a:pt x="2699" y="58"/>
                    <a:pt x="2679" y="58"/>
                    <a:pt x="2659" y="58"/>
                  </a:cubicBezTo>
                  <a:cubicBezTo>
                    <a:pt x="1" y="58"/>
                    <a:pt x="1118" y="4429"/>
                    <a:pt x="1118" y="4429"/>
                  </a:cubicBezTo>
                  <a:lnTo>
                    <a:pt x="1518" y="6764"/>
                  </a:lnTo>
                  <a:lnTo>
                    <a:pt x="4521" y="6630"/>
                  </a:lnTo>
                  <a:lnTo>
                    <a:pt x="4754" y="4662"/>
                  </a:lnTo>
                  <a:cubicBezTo>
                    <a:pt x="4754" y="4662"/>
                    <a:pt x="5955" y="4295"/>
                    <a:pt x="5955" y="3461"/>
                  </a:cubicBezTo>
                  <a:cubicBezTo>
                    <a:pt x="5955" y="2627"/>
                    <a:pt x="4821" y="1427"/>
                    <a:pt x="4821" y="1427"/>
                  </a:cubicBezTo>
                  <a:cubicBezTo>
                    <a:pt x="4921" y="1060"/>
                    <a:pt x="4921" y="659"/>
                    <a:pt x="4821" y="292"/>
                  </a:cubicBezTo>
                  <a:cubicBezTo>
                    <a:pt x="4754" y="59"/>
                    <a:pt x="4229" y="1"/>
                    <a:pt x="3720" y="1"/>
                  </a:cubicBez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1"/>
            <p:cNvSpPr/>
            <p:nvPr/>
          </p:nvSpPr>
          <p:spPr>
            <a:xfrm>
              <a:off x="3715325" y="3347279"/>
              <a:ext cx="111837" cy="139196"/>
            </a:xfrm>
            <a:custGeom>
              <a:avLst/>
              <a:gdLst/>
              <a:ahLst/>
              <a:cxnLst/>
              <a:rect l="l" t="t" r="r" b="b"/>
              <a:pathLst>
                <a:path w="6655" h="8283" extrusionOk="0">
                  <a:moveTo>
                    <a:pt x="3552" y="0"/>
                  </a:moveTo>
                  <a:cubicBezTo>
                    <a:pt x="1818" y="0"/>
                    <a:pt x="683" y="1368"/>
                    <a:pt x="317" y="4303"/>
                  </a:cubicBezTo>
                  <a:cubicBezTo>
                    <a:pt x="0" y="6863"/>
                    <a:pt x="1246" y="8282"/>
                    <a:pt x="3178" y="8282"/>
                  </a:cubicBezTo>
                  <a:cubicBezTo>
                    <a:pt x="3487" y="8282"/>
                    <a:pt x="3813" y="8246"/>
                    <a:pt x="4153" y="8173"/>
                  </a:cubicBezTo>
                  <a:cubicBezTo>
                    <a:pt x="6654" y="7639"/>
                    <a:pt x="5754" y="5071"/>
                    <a:pt x="5754" y="5071"/>
                  </a:cubicBezTo>
                  <a:lnTo>
                    <a:pt x="4920" y="3870"/>
                  </a:lnTo>
                  <a:cubicBezTo>
                    <a:pt x="5187" y="3403"/>
                    <a:pt x="5353" y="2902"/>
                    <a:pt x="5387" y="2369"/>
                  </a:cubicBezTo>
                  <a:cubicBezTo>
                    <a:pt x="5387" y="1535"/>
                    <a:pt x="5287" y="0"/>
                    <a:pt x="3552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3789447" y="3423888"/>
              <a:ext cx="32669" cy="30014"/>
            </a:xfrm>
            <a:custGeom>
              <a:avLst/>
              <a:gdLst/>
              <a:ahLst/>
              <a:cxnLst/>
              <a:rect l="l" t="t" r="r" b="b"/>
              <a:pathLst>
                <a:path w="1944" h="1786" extrusionOk="0">
                  <a:moveTo>
                    <a:pt x="1074" y="1"/>
                  </a:moveTo>
                  <a:cubicBezTo>
                    <a:pt x="713" y="1"/>
                    <a:pt x="0" y="95"/>
                    <a:pt x="75" y="845"/>
                  </a:cubicBezTo>
                  <a:cubicBezTo>
                    <a:pt x="117" y="1424"/>
                    <a:pt x="607" y="1785"/>
                    <a:pt x="1108" y="1785"/>
                  </a:cubicBezTo>
                  <a:cubicBezTo>
                    <a:pt x="1416" y="1785"/>
                    <a:pt x="1728" y="1650"/>
                    <a:pt x="1943" y="1346"/>
                  </a:cubicBezTo>
                  <a:lnTo>
                    <a:pt x="1276" y="11"/>
                  </a:lnTo>
                  <a:cubicBezTo>
                    <a:pt x="1276" y="11"/>
                    <a:pt x="119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1"/>
            <p:cNvSpPr/>
            <p:nvPr/>
          </p:nvSpPr>
          <p:spPr>
            <a:xfrm>
              <a:off x="3789027" y="3421267"/>
              <a:ext cx="33089" cy="38702"/>
            </a:xfrm>
            <a:custGeom>
              <a:avLst/>
              <a:gdLst/>
              <a:ahLst/>
              <a:cxnLst/>
              <a:rect l="l" t="t" r="r" b="b"/>
              <a:pathLst>
                <a:path w="1969" h="2303" fill="none" extrusionOk="0">
                  <a:moveTo>
                    <a:pt x="1301" y="167"/>
                  </a:moveTo>
                  <a:cubicBezTo>
                    <a:pt x="1301" y="167"/>
                    <a:pt x="0" y="0"/>
                    <a:pt x="100" y="1001"/>
                  </a:cubicBezTo>
                  <a:cubicBezTo>
                    <a:pt x="167" y="1935"/>
                    <a:pt x="1401" y="2302"/>
                    <a:pt x="1968" y="1502"/>
                  </a:cubicBezTo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1"/>
            <p:cNvSpPr/>
            <p:nvPr/>
          </p:nvSpPr>
          <p:spPr>
            <a:xfrm>
              <a:off x="3762678" y="3476703"/>
              <a:ext cx="92512" cy="37072"/>
            </a:xfrm>
            <a:custGeom>
              <a:avLst/>
              <a:gdLst/>
              <a:ahLst/>
              <a:cxnLst/>
              <a:rect l="l" t="t" r="r" b="b"/>
              <a:pathLst>
                <a:path w="5505" h="2206" extrusionOk="0">
                  <a:moveTo>
                    <a:pt x="2213" y="1"/>
                  </a:moveTo>
                  <a:cubicBezTo>
                    <a:pt x="2027" y="1"/>
                    <a:pt x="1844" y="12"/>
                    <a:pt x="1668" y="37"/>
                  </a:cubicBezTo>
                  <a:cubicBezTo>
                    <a:pt x="0" y="237"/>
                    <a:pt x="134" y="1071"/>
                    <a:pt x="134" y="1071"/>
                  </a:cubicBezTo>
                  <a:lnTo>
                    <a:pt x="234" y="2205"/>
                  </a:lnTo>
                  <a:cubicBezTo>
                    <a:pt x="234" y="2205"/>
                    <a:pt x="3002" y="1371"/>
                    <a:pt x="5504" y="771"/>
                  </a:cubicBezTo>
                  <a:cubicBezTo>
                    <a:pt x="5504" y="771"/>
                    <a:pt x="3751" y="1"/>
                    <a:pt x="2213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1"/>
            <p:cNvSpPr/>
            <p:nvPr/>
          </p:nvSpPr>
          <p:spPr>
            <a:xfrm>
              <a:off x="3729608" y="3582131"/>
              <a:ext cx="98679" cy="129869"/>
            </a:xfrm>
            <a:custGeom>
              <a:avLst/>
              <a:gdLst/>
              <a:ahLst/>
              <a:cxnLst/>
              <a:rect l="l" t="t" r="r" b="b"/>
              <a:pathLst>
                <a:path w="5872" h="7728" extrusionOk="0">
                  <a:moveTo>
                    <a:pt x="0" y="1"/>
                  </a:moveTo>
                  <a:lnTo>
                    <a:pt x="1568" y="7240"/>
                  </a:lnTo>
                  <a:cubicBezTo>
                    <a:pt x="1594" y="7524"/>
                    <a:pt x="1840" y="7728"/>
                    <a:pt x="2120" y="7728"/>
                  </a:cubicBezTo>
                  <a:cubicBezTo>
                    <a:pt x="2202" y="7728"/>
                    <a:pt x="2286" y="7711"/>
                    <a:pt x="2369" y="7673"/>
                  </a:cubicBezTo>
                  <a:lnTo>
                    <a:pt x="5871" y="59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1"/>
            <p:cNvSpPr/>
            <p:nvPr/>
          </p:nvSpPr>
          <p:spPr>
            <a:xfrm>
              <a:off x="3918502" y="3719470"/>
              <a:ext cx="140154" cy="348687"/>
            </a:xfrm>
            <a:custGeom>
              <a:avLst/>
              <a:gdLst/>
              <a:ahLst/>
              <a:cxnLst/>
              <a:rect l="l" t="t" r="r" b="b"/>
              <a:pathLst>
                <a:path w="8340" h="20749" extrusionOk="0">
                  <a:moveTo>
                    <a:pt x="5138" y="1"/>
                  </a:moveTo>
                  <a:lnTo>
                    <a:pt x="1" y="3003"/>
                  </a:lnTo>
                  <a:lnTo>
                    <a:pt x="4571" y="10541"/>
                  </a:lnTo>
                  <a:lnTo>
                    <a:pt x="3970" y="20749"/>
                  </a:lnTo>
                  <a:lnTo>
                    <a:pt x="6138" y="20682"/>
                  </a:lnTo>
                  <a:lnTo>
                    <a:pt x="8340" y="8507"/>
                  </a:lnTo>
                  <a:lnTo>
                    <a:pt x="5138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1"/>
            <p:cNvSpPr/>
            <p:nvPr/>
          </p:nvSpPr>
          <p:spPr>
            <a:xfrm>
              <a:off x="3729608" y="3305235"/>
              <a:ext cx="290390" cy="420444"/>
            </a:xfrm>
            <a:custGeom>
              <a:avLst/>
              <a:gdLst/>
              <a:ahLst/>
              <a:cxnLst/>
              <a:rect l="l" t="t" r="r" b="b"/>
              <a:pathLst>
                <a:path w="17280" h="25019" extrusionOk="0">
                  <a:moveTo>
                    <a:pt x="16212" y="1"/>
                  </a:moveTo>
                  <a:lnTo>
                    <a:pt x="14310" y="5671"/>
                  </a:lnTo>
                  <a:lnTo>
                    <a:pt x="8073" y="10608"/>
                  </a:lnTo>
                  <a:lnTo>
                    <a:pt x="2202" y="12409"/>
                  </a:lnTo>
                  <a:cubicBezTo>
                    <a:pt x="2202" y="12409"/>
                    <a:pt x="0" y="16179"/>
                    <a:pt x="0" y="16479"/>
                  </a:cubicBezTo>
                  <a:cubicBezTo>
                    <a:pt x="0" y="16779"/>
                    <a:pt x="8540" y="25018"/>
                    <a:pt x="8540" y="25018"/>
                  </a:cubicBezTo>
                  <a:lnTo>
                    <a:pt x="15011" y="20715"/>
                  </a:lnTo>
                  <a:lnTo>
                    <a:pt x="10941" y="13644"/>
                  </a:lnTo>
                  <a:lnTo>
                    <a:pt x="16812" y="7873"/>
                  </a:lnTo>
                  <a:lnTo>
                    <a:pt x="17279" y="101"/>
                  </a:lnTo>
                  <a:lnTo>
                    <a:pt x="16212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1"/>
            <p:cNvSpPr/>
            <p:nvPr/>
          </p:nvSpPr>
          <p:spPr>
            <a:xfrm>
              <a:off x="4002017" y="3251983"/>
              <a:ext cx="36467" cy="54952"/>
            </a:xfrm>
            <a:custGeom>
              <a:avLst/>
              <a:gdLst/>
              <a:ahLst/>
              <a:cxnLst/>
              <a:rect l="l" t="t" r="r" b="b"/>
              <a:pathLst>
                <a:path w="2170" h="3270" extrusionOk="0">
                  <a:moveTo>
                    <a:pt x="1969" y="1"/>
                  </a:moveTo>
                  <a:lnTo>
                    <a:pt x="68" y="1435"/>
                  </a:lnTo>
                  <a:lnTo>
                    <a:pt x="1" y="3170"/>
                  </a:lnTo>
                  <a:lnTo>
                    <a:pt x="1035" y="3270"/>
                  </a:lnTo>
                  <a:lnTo>
                    <a:pt x="2169" y="2436"/>
                  </a:lnTo>
                  <a:lnTo>
                    <a:pt x="2102" y="1535"/>
                  </a:lnTo>
                  <a:lnTo>
                    <a:pt x="2102" y="401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lt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1"/>
            <p:cNvSpPr/>
            <p:nvPr/>
          </p:nvSpPr>
          <p:spPr>
            <a:xfrm>
              <a:off x="3873097" y="3570435"/>
              <a:ext cx="276375" cy="301532"/>
            </a:xfrm>
            <a:custGeom>
              <a:avLst/>
              <a:gdLst/>
              <a:ahLst/>
              <a:cxnLst/>
              <a:rect l="l" t="t" r="r" b="b"/>
              <a:pathLst>
                <a:path w="16446" h="17943" extrusionOk="0">
                  <a:moveTo>
                    <a:pt x="14771" y="1"/>
                  </a:moveTo>
                  <a:cubicBezTo>
                    <a:pt x="13670" y="1"/>
                    <a:pt x="6172" y="4867"/>
                    <a:pt x="6172" y="4867"/>
                  </a:cubicBezTo>
                  <a:lnTo>
                    <a:pt x="1" y="9236"/>
                  </a:lnTo>
                  <a:cubicBezTo>
                    <a:pt x="1" y="9236"/>
                    <a:pt x="1435" y="11638"/>
                    <a:pt x="2502" y="12405"/>
                  </a:cubicBezTo>
                  <a:cubicBezTo>
                    <a:pt x="2650" y="12511"/>
                    <a:pt x="2840" y="12558"/>
                    <a:pt x="3061" y="12558"/>
                  </a:cubicBezTo>
                  <a:cubicBezTo>
                    <a:pt x="4436" y="12558"/>
                    <a:pt x="6988" y="10741"/>
                    <a:pt x="7706" y="10137"/>
                  </a:cubicBezTo>
                  <a:cubicBezTo>
                    <a:pt x="8540" y="9470"/>
                    <a:pt x="11709" y="5400"/>
                    <a:pt x="11709" y="5400"/>
                  </a:cubicBezTo>
                  <a:lnTo>
                    <a:pt x="14644" y="17943"/>
                  </a:lnTo>
                  <a:lnTo>
                    <a:pt x="16446" y="17175"/>
                  </a:lnTo>
                  <a:cubicBezTo>
                    <a:pt x="16446" y="17175"/>
                    <a:pt x="15378" y="497"/>
                    <a:pt x="14878" y="30"/>
                  </a:cubicBezTo>
                  <a:cubicBezTo>
                    <a:pt x="14855" y="10"/>
                    <a:pt x="14819" y="1"/>
                    <a:pt x="14771" y="1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1"/>
            <p:cNvSpPr/>
            <p:nvPr/>
          </p:nvSpPr>
          <p:spPr>
            <a:xfrm>
              <a:off x="4119174" y="3853330"/>
              <a:ext cx="102595" cy="55053"/>
            </a:xfrm>
            <a:custGeom>
              <a:avLst/>
              <a:gdLst/>
              <a:ahLst/>
              <a:cxnLst/>
              <a:rect l="l" t="t" r="r" b="b"/>
              <a:pathLst>
                <a:path w="6105" h="3276" extrusionOk="0">
                  <a:moveTo>
                    <a:pt x="5745" y="0"/>
                  </a:moveTo>
                  <a:cubicBezTo>
                    <a:pt x="5361" y="0"/>
                    <a:pt x="4704" y="340"/>
                    <a:pt x="4370" y="340"/>
                  </a:cubicBezTo>
                  <a:lnTo>
                    <a:pt x="1802" y="340"/>
                  </a:lnTo>
                  <a:lnTo>
                    <a:pt x="0" y="1108"/>
                  </a:lnTo>
                  <a:lnTo>
                    <a:pt x="234" y="3276"/>
                  </a:lnTo>
                  <a:cubicBezTo>
                    <a:pt x="1135" y="3176"/>
                    <a:pt x="2069" y="2942"/>
                    <a:pt x="2936" y="2609"/>
                  </a:cubicBezTo>
                  <a:cubicBezTo>
                    <a:pt x="3837" y="2142"/>
                    <a:pt x="6105" y="707"/>
                    <a:pt x="6038" y="207"/>
                  </a:cubicBezTo>
                  <a:cubicBezTo>
                    <a:pt x="6010" y="55"/>
                    <a:pt x="5899" y="0"/>
                    <a:pt x="5745" y="0"/>
                  </a:cubicBez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1"/>
            <p:cNvSpPr/>
            <p:nvPr/>
          </p:nvSpPr>
          <p:spPr>
            <a:xfrm>
              <a:off x="3976240" y="4066992"/>
              <a:ext cx="93637" cy="58818"/>
            </a:xfrm>
            <a:custGeom>
              <a:avLst/>
              <a:gdLst/>
              <a:ahLst/>
              <a:cxnLst/>
              <a:rect l="l" t="t" r="r" b="b"/>
              <a:pathLst>
                <a:path w="5572" h="3500" extrusionOk="0">
                  <a:moveTo>
                    <a:pt x="2702" y="1"/>
                  </a:moveTo>
                  <a:lnTo>
                    <a:pt x="534" y="68"/>
                  </a:lnTo>
                  <a:lnTo>
                    <a:pt x="0" y="968"/>
                  </a:lnTo>
                  <a:cubicBezTo>
                    <a:pt x="0" y="968"/>
                    <a:pt x="2569" y="3470"/>
                    <a:pt x="2769" y="3470"/>
                  </a:cubicBezTo>
                  <a:cubicBezTo>
                    <a:pt x="2879" y="3470"/>
                    <a:pt x="3506" y="3500"/>
                    <a:pt x="4139" y="3500"/>
                  </a:cubicBezTo>
                  <a:cubicBezTo>
                    <a:pt x="4851" y="3500"/>
                    <a:pt x="5571" y="3462"/>
                    <a:pt x="5571" y="3303"/>
                  </a:cubicBezTo>
                  <a:cubicBezTo>
                    <a:pt x="5571" y="3003"/>
                    <a:pt x="4003" y="2336"/>
                    <a:pt x="4003" y="2336"/>
                  </a:cubicBezTo>
                  <a:lnTo>
                    <a:pt x="2702" y="1"/>
                  </a:lnTo>
                  <a:close/>
                </a:path>
              </a:pathLst>
            </a:custGeom>
            <a:solidFill>
              <a:schemeClr val="dk1"/>
            </a:solidFill>
            <a:ln w="108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1"/>
            <p:cNvSpPr/>
            <p:nvPr/>
          </p:nvSpPr>
          <p:spPr>
            <a:xfrm>
              <a:off x="4035087" y="2684732"/>
              <a:ext cx="413722" cy="567303"/>
            </a:xfrm>
            <a:custGeom>
              <a:avLst/>
              <a:gdLst/>
              <a:ahLst/>
              <a:cxnLst/>
              <a:rect l="l" t="t" r="r" b="b"/>
              <a:pathLst>
                <a:path w="24619" h="33758" fill="none" extrusionOk="0">
                  <a:moveTo>
                    <a:pt x="1" y="33758"/>
                  </a:moveTo>
                  <a:lnTo>
                    <a:pt x="24618" y="0"/>
                  </a:lnTo>
                </a:path>
              </a:pathLst>
            </a:custGeom>
            <a:solidFill>
              <a:schemeClr val="dk1"/>
            </a:solidFill>
            <a:ln w="10850" cap="flat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1"/>
            <p:cNvSpPr/>
            <p:nvPr/>
          </p:nvSpPr>
          <p:spPr>
            <a:xfrm rot="8099943" flipH="1">
              <a:off x="3405202" y="3500177"/>
              <a:ext cx="2333594" cy="2254921"/>
            </a:xfrm>
            <a:custGeom>
              <a:avLst/>
              <a:gdLst/>
              <a:ahLst/>
              <a:cxnLst/>
              <a:rect l="l" t="t" r="r" b="b"/>
              <a:pathLst>
                <a:path w="10886" h="10519" extrusionOk="0">
                  <a:moveTo>
                    <a:pt x="10519" y="0"/>
                  </a:moveTo>
                  <a:lnTo>
                    <a:pt x="1" y="10518"/>
                  </a:lnTo>
                  <a:lnTo>
                    <a:pt x="368" y="10518"/>
                  </a:lnTo>
                  <a:lnTo>
                    <a:pt x="10886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2"/>
          <p:cNvSpPr txBox="1">
            <a:spLocks noGrp="1"/>
          </p:cNvSpPr>
          <p:nvPr>
            <p:ph type="title"/>
          </p:nvPr>
        </p:nvSpPr>
        <p:spPr>
          <a:xfrm>
            <a:off x="720000" y="79700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CORPORATIVO</a:t>
            </a:r>
            <a:endParaRPr b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42"/>
          <p:cNvSpPr txBox="1"/>
          <p:nvPr/>
        </p:nvSpPr>
        <p:spPr>
          <a:xfrm>
            <a:off x="4283775" y="133550"/>
            <a:ext cx="2637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DIRECCIÓN DE LA EMPRESA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23.37.0.0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3" name="Google Shape;1053;p42"/>
          <p:cNvSpPr txBox="1"/>
          <p:nvPr/>
        </p:nvSpPr>
        <p:spPr>
          <a:xfrm>
            <a:off x="6801550" y="1495900"/>
            <a:ext cx="136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IP: 23.37.10.0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5" name="Google Shape;1055;p42"/>
          <p:cNvSpPr txBox="1"/>
          <p:nvPr/>
        </p:nvSpPr>
        <p:spPr>
          <a:xfrm>
            <a:off x="7112725" y="2248450"/>
            <a:ext cx="205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E7F6457-67AB-182F-7034-CAAED6496B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840"/>
          <a:stretch/>
        </p:blipFill>
        <p:spPr>
          <a:xfrm>
            <a:off x="647202" y="803000"/>
            <a:ext cx="5677398" cy="3987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2"/>
          <p:cNvSpPr txBox="1">
            <a:spLocks noGrp="1"/>
          </p:cNvSpPr>
          <p:nvPr>
            <p:ph type="title"/>
          </p:nvPr>
        </p:nvSpPr>
        <p:spPr>
          <a:xfrm>
            <a:off x="720000" y="79700"/>
            <a:ext cx="7704000" cy="72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CORPORATIVO</a:t>
            </a:r>
            <a:endParaRPr b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42"/>
          <p:cNvSpPr txBox="1"/>
          <p:nvPr/>
        </p:nvSpPr>
        <p:spPr>
          <a:xfrm>
            <a:off x="4283775" y="133550"/>
            <a:ext cx="2637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DIRECCIÓN DE LA EMPRESA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23.37.0.0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3" name="Google Shape;1053;p42"/>
          <p:cNvSpPr txBox="1"/>
          <p:nvPr/>
        </p:nvSpPr>
        <p:spPr>
          <a:xfrm>
            <a:off x="6801550" y="1495900"/>
            <a:ext cx="136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IP: 23.37.10.0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5" name="Google Shape;1055;p42"/>
          <p:cNvSpPr txBox="1"/>
          <p:nvPr/>
        </p:nvSpPr>
        <p:spPr>
          <a:xfrm>
            <a:off x="7112725" y="2248450"/>
            <a:ext cx="205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E232D96-C5A8-C0C5-24B7-A5AB4B1173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109"/>
          <a:stretch/>
        </p:blipFill>
        <p:spPr>
          <a:xfrm>
            <a:off x="978050" y="931332"/>
            <a:ext cx="5536186" cy="3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6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3"/>
          <p:cNvSpPr txBox="1">
            <a:spLocks noGrp="1"/>
          </p:cNvSpPr>
          <p:nvPr>
            <p:ph type="title" idx="2"/>
          </p:nvPr>
        </p:nvSpPr>
        <p:spPr>
          <a:xfrm>
            <a:off x="715088" y="446894"/>
            <a:ext cx="73152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SERVIDORES</a:t>
            </a:r>
            <a:endParaRPr b="0">
              <a:solidFill>
                <a:schemeClr val="dk2"/>
              </a:solidFill>
            </a:endParaRPr>
          </a:p>
        </p:txBody>
      </p:sp>
      <p:sp>
        <p:nvSpPr>
          <p:cNvPr id="1061" name="Google Shape;1061;p43"/>
          <p:cNvSpPr txBox="1"/>
          <p:nvPr/>
        </p:nvSpPr>
        <p:spPr>
          <a:xfrm>
            <a:off x="715100" y="1276750"/>
            <a:ext cx="143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 23.37.20.0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46907BF-09A0-EE9B-FBA5-B5D5780F94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713"/>
          <a:stretch/>
        </p:blipFill>
        <p:spPr>
          <a:xfrm>
            <a:off x="2924888" y="1093394"/>
            <a:ext cx="5105400" cy="37054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4"/>
          <p:cNvSpPr txBox="1">
            <a:spLocks noGrp="1"/>
          </p:cNvSpPr>
          <p:nvPr>
            <p:ph type="title"/>
          </p:nvPr>
        </p:nvSpPr>
        <p:spPr>
          <a:xfrm>
            <a:off x="715100" y="121185"/>
            <a:ext cx="73152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CENTER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68" name="Google Shape;1068;p44"/>
          <p:cNvSpPr txBox="1"/>
          <p:nvPr/>
        </p:nvSpPr>
        <p:spPr>
          <a:xfrm>
            <a:off x="996875" y="966200"/>
            <a:ext cx="162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IP: 23.37.30.0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780C274-83E1-0E35-E5ED-7615EA2C69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050"/>
          <a:stretch/>
        </p:blipFill>
        <p:spPr>
          <a:xfrm>
            <a:off x="1701800" y="1488115"/>
            <a:ext cx="5960533" cy="3134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4"/>
          <p:cNvSpPr txBox="1">
            <a:spLocks noGrp="1"/>
          </p:cNvSpPr>
          <p:nvPr>
            <p:ph type="title"/>
          </p:nvPr>
        </p:nvSpPr>
        <p:spPr>
          <a:xfrm>
            <a:off x="715100" y="121185"/>
            <a:ext cx="73152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CENTER</a:t>
            </a:r>
            <a:endParaRPr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68" name="Google Shape;1068;p44"/>
          <p:cNvSpPr txBox="1"/>
          <p:nvPr/>
        </p:nvSpPr>
        <p:spPr>
          <a:xfrm>
            <a:off x="996875" y="966200"/>
            <a:ext cx="162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IP: 23.37.30.0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CAFD74E-6434-C9A0-7913-9E575CC2E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875" y="1166300"/>
            <a:ext cx="5409007" cy="338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91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5"/>
          <p:cNvSpPr txBox="1">
            <a:spLocks noGrp="1"/>
          </p:cNvSpPr>
          <p:nvPr>
            <p:ph type="title"/>
          </p:nvPr>
        </p:nvSpPr>
        <p:spPr>
          <a:xfrm>
            <a:off x="715100" y="211755"/>
            <a:ext cx="73152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FABRICA</a:t>
            </a:r>
            <a:endParaRPr b="0" dirty="0">
              <a:solidFill>
                <a:schemeClr val="dk2"/>
              </a:solidFill>
            </a:endParaRPr>
          </a:p>
        </p:txBody>
      </p:sp>
      <p:sp>
        <p:nvSpPr>
          <p:cNvPr id="1075" name="Google Shape;1075;p45"/>
          <p:cNvSpPr txBox="1"/>
          <p:nvPr/>
        </p:nvSpPr>
        <p:spPr>
          <a:xfrm>
            <a:off x="619050" y="966200"/>
            <a:ext cx="165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IP: 23.37.40.0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D321B4CA-CDDD-49D0-11A0-18256D3B11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524"/>
          <a:stretch/>
        </p:blipFill>
        <p:spPr>
          <a:xfrm>
            <a:off x="715100" y="1366400"/>
            <a:ext cx="7809850" cy="34466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6"/>
          <p:cNvSpPr txBox="1">
            <a:spLocks noGrp="1"/>
          </p:cNvSpPr>
          <p:nvPr>
            <p:ph type="title" idx="2"/>
          </p:nvPr>
        </p:nvSpPr>
        <p:spPr>
          <a:xfrm>
            <a:off x="715100" y="44394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SUCURSAL</a:t>
            </a:r>
            <a:endParaRPr b="0" dirty="0">
              <a:solidFill>
                <a:schemeClr val="dk2"/>
              </a:solidFill>
            </a:endParaRPr>
          </a:p>
        </p:txBody>
      </p:sp>
      <p:sp>
        <p:nvSpPr>
          <p:cNvPr id="1082" name="Google Shape;1082;p46"/>
          <p:cNvSpPr txBox="1"/>
          <p:nvPr/>
        </p:nvSpPr>
        <p:spPr>
          <a:xfrm>
            <a:off x="292750" y="1229700"/>
            <a:ext cx="49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IP: 23.37.50.0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4BD0825-B324-66BF-0A22-21AC8DE618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92"/>
          <a:stretch/>
        </p:blipFill>
        <p:spPr>
          <a:xfrm>
            <a:off x="2404533" y="1229700"/>
            <a:ext cx="5143126" cy="35624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6"/>
          <p:cNvSpPr txBox="1">
            <a:spLocks noGrp="1"/>
          </p:cNvSpPr>
          <p:nvPr>
            <p:ph type="title" idx="2"/>
          </p:nvPr>
        </p:nvSpPr>
        <p:spPr>
          <a:xfrm>
            <a:off x="715100" y="44394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CONCLUSIÓN</a:t>
            </a:r>
            <a:endParaRPr b="0" dirty="0">
              <a:solidFill>
                <a:schemeClr val="dk2"/>
              </a:solidFill>
            </a:endParaRPr>
          </a:p>
        </p:txBody>
      </p:sp>
      <p:sp>
        <p:nvSpPr>
          <p:cNvPr id="1082" name="Google Shape;1082;p46"/>
          <p:cNvSpPr txBox="1"/>
          <p:nvPr/>
        </p:nvSpPr>
        <p:spPr>
          <a:xfrm>
            <a:off x="599675" y="1288967"/>
            <a:ext cx="8309383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 administración de redes es un pilar fundamental en la infraestructura de cualquier empresa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moderna, y el proyecto de Samsung es un claro ejemplo de ello. Con una planificación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meticulosa y la implementación de tecnologías avanzadas como </a:t>
            </a:r>
            <a:r>
              <a:rPr lang="es-MX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VLANs</a:t>
            </a: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y OSPF, se logra una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red robusta y adaptable. Estas tecnologías no solo facilitan la comunicación y la gestión de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recursos, sino que también son esenciales para mantener la seguridad de los datos. Además,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una red bien estructurada permite una escalabilidad eficiente, lo que es vital para una empresa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 constante evolución como Samsung. Este tipo de infraestructura es un modelo a seguir para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otras empresas que buscan optimizar su rendimiento y seguridad en el ámbito digital.</a:t>
            </a:r>
          </a:p>
        </p:txBody>
      </p:sp>
    </p:spTree>
    <p:extLst>
      <p:ext uri="{BB962C8B-B14F-4D97-AF65-F5344CB8AC3E}">
        <p14:creationId xmlns:p14="http://schemas.microsoft.com/office/powerpoint/2010/main" val="4122975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7"/>
          <p:cNvSpPr txBox="1">
            <a:spLocks noGrp="1"/>
          </p:cNvSpPr>
          <p:nvPr>
            <p:ph type="ctrTitle"/>
          </p:nvPr>
        </p:nvSpPr>
        <p:spPr>
          <a:xfrm>
            <a:off x="3182675" y="1498300"/>
            <a:ext cx="4685400" cy="18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endParaRPr b="0">
              <a:solidFill>
                <a:schemeClr val="dk2"/>
              </a:solidFill>
            </a:endParaRPr>
          </a:p>
        </p:txBody>
      </p:sp>
      <p:sp>
        <p:nvSpPr>
          <p:cNvPr id="1089" name="Google Shape;1089;p47"/>
          <p:cNvSpPr/>
          <p:nvPr/>
        </p:nvSpPr>
        <p:spPr>
          <a:xfrm>
            <a:off x="3184843" y="3273659"/>
            <a:ext cx="318722" cy="318722"/>
          </a:xfrm>
          <a:custGeom>
            <a:avLst/>
            <a:gdLst/>
            <a:ahLst/>
            <a:cxnLst/>
            <a:rect l="l" t="t" r="r" b="b"/>
            <a:pathLst>
              <a:path w="16146" h="16146" extrusionOk="0">
                <a:moveTo>
                  <a:pt x="8073" y="1468"/>
                </a:moveTo>
                <a:cubicBezTo>
                  <a:pt x="10207" y="1468"/>
                  <a:pt x="10474" y="1468"/>
                  <a:pt x="11308" y="1502"/>
                </a:cubicBezTo>
                <a:cubicBezTo>
                  <a:pt x="11842" y="1502"/>
                  <a:pt x="12342" y="1602"/>
                  <a:pt x="12809" y="1768"/>
                </a:cubicBezTo>
                <a:cubicBezTo>
                  <a:pt x="13510" y="2069"/>
                  <a:pt x="14077" y="2602"/>
                  <a:pt x="14344" y="3303"/>
                </a:cubicBezTo>
                <a:cubicBezTo>
                  <a:pt x="14511" y="3803"/>
                  <a:pt x="14611" y="4304"/>
                  <a:pt x="14611" y="4804"/>
                </a:cubicBezTo>
                <a:cubicBezTo>
                  <a:pt x="14644" y="5638"/>
                  <a:pt x="14677" y="5905"/>
                  <a:pt x="14677" y="8073"/>
                </a:cubicBezTo>
                <a:cubicBezTo>
                  <a:pt x="14677" y="10208"/>
                  <a:pt x="14677" y="10475"/>
                  <a:pt x="14611" y="11309"/>
                </a:cubicBezTo>
                <a:cubicBezTo>
                  <a:pt x="14611" y="11842"/>
                  <a:pt x="14511" y="12343"/>
                  <a:pt x="14344" y="12810"/>
                </a:cubicBezTo>
                <a:cubicBezTo>
                  <a:pt x="14077" y="13510"/>
                  <a:pt x="13510" y="14077"/>
                  <a:pt x="12809" y="14344"/>
                </a:cubicBezTo>
                <a:cubicBezTo>
                  <a:pt x="12342" y="14511"/>
                  <a:pt x="11842" y="14611"/>
                  <a:pt x="11308" y="14644"/>
                </a:cubicBezTo>
                <a:cubicBezTo>
                  <a:pt x="10474" y="14678"/>
                  <a:pt x="10207" y="14678"/>
                  <a:pt x="8073" y="14678"/>
                </a:cubicBezTo>
                <a:cubicBezTo>
                  <a:pt x="5904" y="14678"/>
                  <a:pt x="5638" y="14678"/>
                  <a:pt x="4804" y="14644"/>
                </a:cubicBezTo>
                <a:cubicBezTo>
                  <a:pt x="4303" y="14611"/>
                  <a:pt x="3770" y="14511"/>
                  <a:pt x="3303" y="14344"/>
                </a:cubicBezTo>
                <a:cubicBezTo>
                  <a:pt x="2969" y="14211"/>
                  <a:pt x="2635" y="14011"/>
                  <a:pt x="2369" y="13744"/>
                </a:cubicBezTo>
                <a:cubicBezTo>
                  <a:pt x="2102" y="13477"/>
                  <a:pt x="1935" y="13177"/>
                  <a:pt x="1801" y="12810"/>
                </a:cubicBezTo>
                <a:cubicBezTo>
                  <a:pt x="1635" y="12343"/>
                  <a:pt x="1535" y="11842"/>
                  <a:pt x="1535" y="11309"/>
                </a:cubicBezTo>
                <a:cubicBezTo>
                  <a:pt x="1468" y="10475"/>
                  <a:pt x="1468" y="10208"/>
                  <a:pt x="1468" y="8073"/>
                </a:cubicBezTo>
                <a:cubicBezTo>
                  <a:pt x="1468" y="5905"/>
                  <a:pt x="1468" y="5671"/>
                  <a:pt x="1535" y="4804"/>
                </a:cubicBezTo>
                <a:cubicBezTo>
                  <a:pt x="1535" y="4304"/>
                  <a:pt x="1635" y="3803"/>
                  <a:pt x="1801" y="3303"/>
                </a:cubicBezTo>
                <a:cubicBezTo>
                  <a:pt x="1935" y="2969"/>
                  <a:pt x="2135" y="2636"/>
                  <a:pt x="2402" y="2402"/>
                </a:cubicBezTo>
                <a:cubicBezTo>
                  <a:pt x="2669" y="2102"/>
                  <a:pt x="2969" y="1902"/>
                  <a:pt x="3336" y="1768"/>
                </a:cubicBezTo>
                <a:cubicBezTo>
                  <a:pt x="3803" y="1602"/>
                  <a:pt x="4303" y="1502"/>
                  <a:pt x="4837" y="1502"/>
                </a:cubicBezTo>
                <a:cubicBezTo>
                  <a:pt x="5671" y="1468"/>
                  <a:pt x="5938" y="1468"/>
                  <a:pt x="8073" y="1468"/>
                </a:cubicBezTo>
                <a:close/>
                <a:moveTo>
                  <a:pt x="8073" y="1"/>
                </a:moveTo>
                <a:cubicBezTo>
                  <a:pt x="5904" y="1"/>
                  <a:pt x="5638" y="1"/>
                  <a:pt x="4737" y="67"/>
                </a:cubicBezTo>
                <a:cubicBezTo>
                  <a:pt x="4070" y="67"/>
                  <a:pt x="3436" y="201"/>
                  <a:pt x="2802" y="434"/>
                </a:cubicBezTo>
                <a:cubicBezTo>
                  <a:pt x="2268" y="634"/>
                  <a:pt x="1768" y="935"/>
                  <a:pt x="1368" y="1368"/>
                </a:cubicBezTo>
                <a:cubicBezTo>
                  <a:pt x="968" y="1768"/>
                  <a:pt x="634" y="2235"/>
                  <a:pt x="434" y="2803"/>
                </a:cubicBezTo>
                <a:cubicBezTo>
                  <a:pt x="200" y="3403"/>
                  <a:pt x="67" y="4070"/>
                  <a:pt x="67" y="4737"/>
                </a:cubicBezTo>
                <a:cubicBezTo>
                  <a:pt x="34" y="5605"/>
                  <a:pt x="0" y="5871"/>
                  <a:pt x="0" y="8073"/>
                </a:cubicBezTo>
                <a:cubicBezTo>
                  <a:pt x="0" y="10275"/>
                  <a:pt x="0" y="10541"/>
                  <a:pt x="67" y="11409"/>
                </a:cubicBezTo>
                <a:cubicBezTo>
                  <a:pt x="67" y="12076"/>
                  <a:pt x="200" y="12743"/>
                  <a:pt x="434" y="13377"/>
                </a:cubicBezTo>
                <a:cubicBezTo>
                  <a:pt x="867" y="14444"/>
                  <a:pt x="1701" y="15312"/>
                  <a:pt x="2802" y="15745"/>
                </a:cubicBezTo>
                <a:cubicBezTo>
                  <a:pt x="3436" y="15979"/>
                  <a:pt x="4070" y="16079"/>
                  <a:pt x="4737" y="16112"/>
                </a:cubicBezTo>
                <a:cubicBezTo>
                  <a:pt x="5604" y="16145"/>
                  <a:pt x="5871" y="16145"/>
                  <a:pt x="8073" y="16145"/>
                </a:cubicBezTo>
                <a:cubicBezTo>
                  <a:pt x="10274" y="16145"/>
                  <a:pt x="10541" y="16145"/>
                  <a:pt x="11408" y="16112"/>
                </a:cubicBezTo>
                <a:cubicBezTo>
                  <a:pt x="12075" y="16079"/>
                  <a:pt x="12743" y="15979"/>
                  <a:pt x="13376" y="15745"/>
                </a:cubicBezTo>
                <a:cubicBezTo>
                  <a:pt x="14444" y="15312"/>
                  <a:pt x="15311" y="14444"/>
                  <a:pt x="15745" y="13377"/>
                </a:cubicBezTo>
                <a:cubicBezTo>
                  <a:pt x="15978" y="12743"/>
                  <a:pt x="16112" y="12076"/>
                  <a:pt x="16112" y="11409"/>
                </a:cubicBezTo>
                <a:cubicBezTo>
                  <a:pt x="16145" y="10541"/>
                  <a:pt x="16145" y="10275"/>
                  <a:pt x="16145" y="8073"/>
                </a:cubicBezTo>
                <a:cubicBezTo>
                  <a:pt x="16145" y="5871"/>
                  <a:pt x="16145" y="5605"/>
                  <a:pt x="16112" y="4737"/>
                </a:cubicBezTo>
                <a:cubicBezTo>
                  <a:pt x="16112" y="4070"/>
                  <a:pt x="15978" y="3403"/>
                  <a:pt x="15745" y="2803"/>
                </a:cubicBezTo>
                <a:cubicBezTo>
                  <a:pt x="15545" y="2235"/>
                  <a:pt x="15211" y="1768"/>
                  <a:pt x="14811" y="1368"/>
                </a:cubicBezTo>
                <a:cubicBezTo>
                  <a:pt x="14410" y="935"/>
                  <a:pt x="13910" y="634"/>
                  <a:pt x="13376" y="434"/>
                </a:cubicBezTo>
                <a:cubicBezTo>
                  <a:pt x="12743" y="201"/>
                  <a:pt x="12075" y="67"/>
                  <a:pt x="11408" y="67"/>
                </a:cubicBezTo>
                <a:cubicBezTo>
                  <a:pt x="10541" y="1"/>
                  <a:pt x="10274" y="1"/>
                  <a:pt x="807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47"/>
          <p:cNvSpPr/>
          <p:nvPr/>
        </p:nvSpPr>
        <p:spPr>
          <a:xfrm>
            <a:off x="3235536" y="3351356"/>
            <a:ext cx="190985" cy="163546"/>
          </a:xfrm>
          <a:custGeom>
            <a:avLst/>
            <a:gdLst/>
            <a:ahLst/>
            <a:cxnLst/>
            <a:rect l="l" t="t" r="r" b="b"/>
            <a:pathLst>
              <a:path w="9675" h="8285" extrusionOk="0">
                <a:moveTo>
                  <a:pt x="5446" y="1460"/>
                </a:moveTo>
                <a:cubicBezTo>
                  <a:pt x="6836" y="1460"/>
                  <a:pt x="8173" y="2530"/>
                  <a:pt x="8173" y="4137"/>
                </a:cubicBezTo>
                <a:cubicBezTo>
                  <a:pt x="8173" y="5638"/>
                  <a:pt x="6972" y="6839"/>
                  <a:pt x="5505" y="6839"/>
                </a:cubicBezTo>
                <a:cubicBezTo>
                  <a:pt x="3103" y="6839"/>
                  <a:pt x="1902" y="3937"/>
                  <a:pt x="3570" y="2236"/>
                </a:cubicBezTo>
                <a:cubicBezTo>
                  <a:pt x="4117" y="1700"/>
                  <a:pt x="4787" y="1460"/>
                  <a:pt x="5446" y="1460"/>
                </a:cubicBezTo>
                <a:close/>
                <a:moveTo>
                  <a:pt x="5505" y="1"/>
                </a:moveTo>
                <a:cubicBezTo>
                  <a:pt x="1802" y="1"/>
                  <a:pt x="1" y="4471"/>
                  <a:pt x="2603" y="7072"/>
                </a:cubicBezTo>
                <a:cubicBezTo>
                  <a:pt x="3440" y="7910"/>
                  <a:pt x="4468" y="8285"/>
                  <a:pt x="5478" y="8285"/>
                </a:cubicBezTo>
                <a:cubicBezTo>
                  <a:pt x="7605" y="8285"/>
                  <a:pt x="9652" y="6625"/>
                  <a:pt x="9674" y="4137"/>
                </a:cubicBezTo>
                <a:cubicBezTo>
                  <a:pt x="9674" y="1835"/>
                  <a:pt x="7806" y="1"/>
                  <a:pt x="55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47"/>
          <p:cNvSpPr/>
          <p:nvPr/>
        </p:nvSpPr>
        <p:spPr>
          <a:xfrm>
            <a:off x="3403444" y="3328970"/>
            <a:ext cx="44810" cy="38236"/>
          </a:xfrm>
          <a:custGeom>
            <a:avLst/>
            <a:gdLst/>
            <a:ahLst/>
            <a:cxnLst/>
            <a:rect l="l" t="t" r="r" b="b"/>
            <a:pathLst>
              <a:path w="2270" h="1937" extrusionOk="0">
                <a:moveTo>
                  <a:pt x="1302" y="1"/>
                </a:moveTo>
                <a:cubicBezTo>
                  <a:pt x="434" y="1"/>
                  <a:pt x="1" y="1035"/>
                  <a:pt x="601" y="1635"/>
                </a:cubicBezTo>
                <a:cubicBezTo>
                  <a:pt x="810" y="1844"/>
                  <a:pt x="1062" y="1937"/>
                  <a:pt x="1306" y="1937"/>
                </a:cubicBezTo>
                <a:cubicBezTo>
                  <a:pt x="1803" y="1937"/>
                  <a:pt x="2269" y="1550"/>
                  <a:pt x="2269" y="968"/>
                </a:cubicBezTo>
                <a:cubicBezTo>
                  <a:pt x="2269" y="434"/>
                  <a:pt x="1835" y="1"/>
                  <a:pt x="13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uctures base template">
  <a:themeElements>
    <a:clrScheme name="Simple Light">
      <a:dk1>
        <a:srgbClr val="191919"/>
      </a:dk1>
      <a:lt1>
        <a:srgbClr val="FFFFFF"/>
      </a:lt1>
      <a:dk2>
        <a:srgbClr val="D0E1A3"/>
      </a:dk2>
      <a:lt2>
        <a:srgbClr val="53C3EC"/>
      </a:lt2>
      <a:accent1>
        <a:srgbClr val="5C9CD5"/>
      </a:accent1>
      <a:accent2>
        <a:srgbClr val="6E66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449</Words>
  <Application>Microsoft Office PowerPoint</Application>
  <PresentationFormat>Presentación en pantalla (16:9)</PresentationFormat>
  <Paragraphs>42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Montserrat Medium</vt:lpstr>
      <vt:lpstr>Roboto Condensed Light</vt:lpstr>
      <vt:lpstr>Arial</vt:lpstr>
      <vt:lpstr>Montserrat</vt:lpstr>
      <vt:lpstr>Montserrat ExtraBold</vt:lpstr>
      <vt:lpstr>Montserrat Black</vt:lpstr>
      <vt:lpstr>Staatliches</vt:lpstr>
      <vt:lpstr>Lato</vt:lpstr>
      <vt:lpstr>Josefin Slab SemiBold</vt:lpstr>
      <vt:lpstr>Structures base template</vt:lpstr>
      <vt:lpstr> Espinoza Garcia Cristian Edgardo Galindo Melendrez Raul Caleb Galindo Melendrez Sergio Jesus Garcia Uriarte Michelle Higuera Medina Jocelyn Guadalupe 3-4</vt:lpstr>
      <vt:lpstr>Mision</vt:lpstr>
      <vt:lpstr>Vision</vt:lpstr>
      <vt:lpstr>HISTORIA</vt:lpstr>
      <vt:lpstr>Presentación de PowerPoint</vt:lpstr>
      <vt:lpstr>CORPORATIVO</vt:lpstr>
      <vt:lpstr>CORPORATIVO</vt:lpstr>
      <vt:lpstr>SERVIDORES</vt:lpstr>
      <vt:lpstr>CALL CENTER</vt:lpstr>
      <vt:lpstr>CALL CENTER</vt:lpstr>
      <vt:lpstr>FABRICA</vt:lpstr>
      <vt:lpstr>SUCURSAL</vt:lpstr>
      <vt:lpstr>CONCLUSIÓN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Espinoza Garcia Cristian Edgardo Galindo Melendrez Raul Caleb Galindo Melendrez Sergio Jesus Garcia Uriarte Michelle Higuera Medina Jocelyn Guadalupe 3-4</dc:title>
  <cp:lastModifiedBy>RAUL CALEB GALINDO MELENDREZ</cp:lastModifiedBy>
  <cp:revision>2</cp:revision>
  <dcterms:modified xsi:type="dcterms:W3CDTF">2024-05-24T22:51:59Z</dcterms:modified>
</cp:coreProperties>
</file>